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大家好，我是温添宁，参赛假名 scala，队伍叫欧比克莱歌剧院。我们的项目是 PlayBand AI。它解决的是一个很简单但很常见的问题：很多人有音乐感觉，但不会乐理，也不会用专业 DAW。所以我们的核心承诺是，先玩，再编曲。用户先敲出一点灵感，AI 音乐导演再把它扩展成一支乐队。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今天普通人做音乐，通常卡在两个入口之间。专业 DAW 很强，但一打开就要求你理解轨道、插件、钢琴卷帘，这对新手太重。另一边，一句话生成歌曲很轻松，但人的手感被跳过了，结果不像是自己做出来的。我们认为中间缺了一类工具：让用户先玩一下，再让 AI 把这点感觉放大。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PlayBand AI 的产品洞察是：灵感种子应该来自人，编曲扩展可以交给 Agent。人负责品味、节奏感和身体上的直觉，Agent 负责结构、配器和变化。最关键的是，结果不是一个黑箱音频，而是看得见、听得到、还能继续改的音乐结构。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具体怎么做？用户用大 pad 敲几下，系统把这些敲击捕捉成轻量 MIDI-like 事件。然后音乐导演把这段种子补成 8 小节 loop，包含鼓、贝斯、吉他和键盘。生成结果不会直接覆盖作品，而是先变成候选，用户试听满意以后再应用。这样 AI 是副驾驶，不是替你抢方向盘。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这页是我们希望评委记住的一句话：我敲了几下，它变成一支乐队。现场演示时我会打开链接，先敲一个短鼓点，把它捕捉进 MIDI-like 数据，再点补全编曲。你会看到候选编曲出现，并且可以试听、应用，然后继续用自然语言说更快一点，或者柔和一点。这就是完整闭环。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这里是 PlayBand AI 最核心的 Agent。它不是那种输入一句话、吐出一段音频的生成器，而是一个音乐导演。它先听见用户刚刚敲出来的种子，再把它补成鼓、贝斯、吉他、键盘四轨乐队，同时解释自己改了什么。用户还可以继续说：更快一点、更柔一点、更像开场。重点是，人的 taste 一直在场，Agent 只是把这点直觉扩成可以试听、可以应用、可以继续修改的编曲。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未来我们会在同一个候选预览循环里接入更强的模型编曲能力，让音乐导演更懂风格、更懂用户的 taste。之后可以增加 lo-fi、rock、pop，以及古风和民族乐器包。等核心 loop 稳定以后，再支持 MIDI 和 stems 导出，甚至让社区里的小 riff 变成可以 remix 的创作起点。最后回到一句话：先玩，再编曲。谢谢大家。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ed6ad7d612d6d89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d2771124881bd7d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4a865c0fc35a838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ebd0c11dc687854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d3b259aa3d5dfe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43300" y="457200"/>
              <a:ext cx="8210550" cy="43434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212B">
                    <a:alpha val="96000"/>
                  </a:srgbClr>
                </a:gs>
                <a:gs pos="52000">
                  <a:srgbClr val="24212B">
                    <a:alpha val="86000"/>
                  </a:srgbClr>
                </a:gs>
                <a:gs pos="100000">
                  <a:srgbClr val="24212B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5A3D">
                    <a:alpha val="26000"/>
                  </a:srgbClr>
                </a:gs>
                <a:gs pos="48000">
                  <a:srgbClr val="5C7CFA">
                    <a:alpha val="18000"/>
                  </a:srgbClr>
                </a:gs>
                <a:gs pos="100000">
                  <a:srgbClr val="20C997">
                    <a:alpha val="22000"/>
                  </a:srgb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33400" y="533400"/>
            <a:ext cx="5295900" cy="133350"/>
            <a:chOff x="533400" y="533400"/>
            <a:chExt cx="5295900" cy="133350"/>
          </a:xfrm>
        </p:grpSpPr>
        <p:sp>
          <p:nvSpPr>
            <p:cNvPr id="7" name="Rectangle 7"/>
            <p:cNvSpPr/>
            <p:nvPr/>
          </p:nvSpPr>
          <p:spPr>
            <a:xfrm>
              <a:off x="533400" y="533400"/>
              <a:ext cx="1238250" cy="133350"/>
            </a:xfrm>
            <a:prstGeom prst="roundRect">
              <a:avLst>
                <a:gd name="adj" fmla="val 5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885950" y="533400"/>
              <a:ext cx="1238250" cy="133350"/>
            </a:xfrm>
            <a:prstGeom prst="roundRect">
              <a:avLst>
                <a:gd name="adj" fmla="val 50000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238500" y="533400"/>
              <a:ext cx="1238250" cy="133350"/>
            </a:xfrm>
            <a:prstGeom prst="roundRect">
              <a:avLst>
                <a:gd name="adj" fmla="val 50000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591050" y="533400"/>
              <a:ext cx="1238250" cy="133350"/>
            </a:xfrm>
            <a:prstGeom prst="roundRect">
              <a:avLst>
                <a:gd name="adj" fmla="val 50000"/>
              </a:avLst>
            </a:prstGeom>
            <a:solidFill>
              <a:srgbClr val="5C7CFA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49580" y="1344661"/>
            <a:ext cx="5065452" cy="3775027"/>
            <a:chOff x="449580" y="1344661"/>
            <a:chExt cx="5065452" cy="3775027"/>
          </a:xfrm>
        </p:grpSpPr>
        <p:grpSp>
          <p:nvGrpSpPr>
            <p:cNvPr id="14" name="Group 14"/>
            <p:cNvGrpSpPr/>
            <p:nvPr/>
          </p:nvGrpSpPr>
          <p:grpSpPr>
            <a:xfrm>
              <a:off x="578425" y="1344661"/>
              <a:ext cx="424094" cy="456947"/>
              <a:chOff x="578425" y="1344661"/>
              <a:chExt cx="424094" cy="45694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02456" y="1595438"/>
                <a:ext cx="383381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383381" h="183356">
                    <a:moveTo>
                      <a:pt x="383381" y="58341"/>
                    </a:moveTo>
                    <a:cubicBezTo>
                      <a:pt x="383381" y="90561"/>
                      <a:pt x="357261" y="116681"/>
                      <a:pt x="325041" y="116681"/>
                    </a:cubicBezTo>
                    <a:cubicBezTo>
                      <a:pt x="292820" y="116681"/>
                      <a:pt x="266700" y="90561"/>
                      <a:pt x="266700" y="58341"/>
                    </a:cubicBezTo>
                    <a:cubicBezTo>
                      <a:pt x="266700" y="26120"/>
                      <a:pt x="292820" y="0"/>
                      <a:pt x="325041" y="0"/>
                    </a:cubicBezTo>
                    <a:cubicBezTo>
                      <a:pt x="357261" y="0"/>
                      <a:pt x="383381" y="26120"/>
                      <a:pt x="383381" y="58341"/>
                    </a:cubicBezTo>
                    <a:close/>
                    <a:moveTo>
                      <a:pt x="58341" y="66675"/>
                    </a:moveTo>
                    <a:cubicBezTo>
                      <a:pt x="26120" y="66675"/>
                      <a:pt x="0" y="92795"/>
                      <a:pt x="0" y="125016"/>
                    </a:cubicBezTo>
                    <a:cubicBezTo>
                      <a:pt x="0" y="157236"/>
                      <a:pt x="26120" y="183356"/>
                      <a:pt x="58341" y="183356"/>
                    </a:cubicBezTo>
                    <a:cubicBezTo>
                      <a:pt x="90561" y="183356"/>
                      <a:pt x="116681" y="157236"/>
                      <a:pt x="116681" y="125016"/>
                    </a:cubicBezTo>
                    <a:cubicBezTo>
                      <a:pt x="116681" y="92795"/>
                      <a:pt x="90561" y="66675"/>
                      <a:pt x="58341" y="66675"/>
                    </a:cubicBezTo>
                    <a:close/>
                  </a:path>
                </a:pathLst>
              </a:custGeom>
              <a:solidFill>
                <a:srgbClr val="FFD43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8425" y="1344661"/>
                <a:ext cx="424094" cy="456947"/>
              </a:xfrm>
              <a:custGeom>
                <a:avLst/>
                <a:gdLst/>
                <a:ahLst/>
                <a:cxnLst/>
                <a:rect l="l" t="t" r="r" b="b"/>
                <a:pathLst>
                  <a:path w="424094" h="456947">
                    <a:moveTo>
                      <a:pt x="417664" y="4267"/>
                    </a:moveTo>
                    <a:cubicBezTo>
                      <a:pt x="413618" y="1114"/>
                      <a:pt x="408346" y="0"/>
                      <a:pt x="403370" y="1246"/>
                    </a:cubicBezTo>
                    <a:lnTo>
                      <a:pt x="136670" y="67921"/>
                    </a:lnTo>
                    <a:cubicBezTo>
                      <a:pt x="129250" y="69775"/>
                      <a:pt x="124045" y="76441"/>
                      <a:pt x="124044" y="84089"/>
                    </a:cubicBezTo>
                    <a:lnTo>
                      <a:pt x="124044" y="313451"/>
                    </a:lnTo>
                    <a:cubicBezTo>
                      <a:pt x="95433" y="294335"/>
                      <a:pt x="57486" y="297137"/>
                      <a:pt x="31993" y="320247"/>
                    </a:cubicBezTo>
                    <a:cubicBezTo>
                      <a:pt x="6500" y="343358"/>
                      <a:pt x="0" y="380849"/>
                      <a:pt x="16226" y="411192"/>
                    </a:cubicBezTo>
                    <a:cubicBezTo>
                      <a:pt x="32452" y="441535"/>
                      <a:pt x="67242" y="456947"/>
                      <a:pt x="100618" y="448576"/>
                    </a:cubicBezTo>
                    <a:cubicBezTo>
                      <a:pt x="133993" y="440206"/>
                      <a:pt x="157394" y="410201"/>
                      <a:pt x="157381" y="375792"/>
                    </a:cubicBezTo>
                    <a:lnTo>
                      <a:pt x="157381" y="197124"/>
                    </a:lnTo>
                    <a:lnTo>
                      <a:pt x="390744" y="138784"/>
                    </a:lnTo>
                    <a:lnTo>
                      <a:pt x="390744" y="246776"/>
                    </a:lnTo>
                    <a:cubicBezTo>
                      <a:pt x="362133" y="227660"/>
                      <a:pt x="324186" y="230462"/>
                      <a:pt x="298693" y="253572"/>
                    </a:cubicBezTo>
                    <a:cubicBezTo>
                      <a:pt x="273200" y="276683"/>
                      <a:pt x="266700" y="314174"/>
                      <a:pt x="282926" y="344517"/>
                    </a:cubicBezTo>
                    <a:cubicBezTo>
                      <a:pt x="299152" y="374860"/>
                      <a:pt x="333942" y="390272"/>
                      <a:pt x="367318" y="381901"/>
                    </a:cubicBezTo>
                    <a:cubicBezTo>
                      <a:pt x="400693" y="373531"/>
                      <a:pt x="424094" y="343526"/>
                      <a:pt x="424081" y="309117"/>
                    </a:cubicBezTo>
                    <a:lnTo>
                      <a:pt x="424081" y="17414"/>
                    </a:lnTo>
                    <a:cubicBezTo>
                      <a:pt x="424082" y="12277"/>
                      <a:pt x="421714" y="7426"/>
                      <a:pt x="417664" y="4267"/>
                    </a:cubicBezTo>
                    <a:close/>
                    <a:moveTo>
                      <a:pt x="82372" y="417464"/>
                    </a:moveTo>
                    <a:cubicBezTo>
                      <a:pt x="59357" y="417464"/>
                      <a:pt x="40700" y="398807"/>
                      <a:pt x="40700" y="375792"/>
                    </a:cubicBezTo>
                    <a:cubicBezTo>
                      <a:pt x="40700" y="352778"/>
                      <a:pt x="59357" y="334121"/>
                      <a:pt x="82372" y="334121"/>
                    </a:cubicBezTo>
                    <a:cubicBezTo>
                      <a:pt x="105386" y="334121"/>
                      <a:pt x="124044" y="352778"/>
                      <a:pt x="124044" y="375792"/>
                    </a:cubicBezTo>
                    <a:cubicBezTo>
                      <a:pt x="124044" y="398807"/>
                      <a:pt x="105386" y="417464"/>
                      <a:pt x="82372" y="417464"/>
                    </a:cubicBezTo>
                    <a:close/>
                    <a:moveTo>
                      <a:pt x="157381" y="162745"/>
                    </a:moveTo>
                    <a:lnTo>
                      <a:pt x="157381" y="97112"/>
                    </a:lnTo>
                    <a:lnTo>
                      <a:pt x="390744" y="38771"/>
                    </a:lnTo>
                    <a:lnTo>
                      <a:pt x="390744" y="104404"/>
                    </a:lnTo>
                    <a:close/>
                    <a:moveTo>
                      <a:pt x="349072" y="350789"/>
                    </a:moveTo>
                    <a:cubicBezTo>
                      <a:pt x="326057" y="350789"/>
                      <a:pt x="307400" y="332132"/>
                      <a:pt x="307400" y="309117"/>
                    </a:cubicBezTo>
                    <a:cubicBezTo>
                      <a:pt x="307400" y="286103"/>
                      <a:pt x="326057" y="267446"/>
                      <a:pt x="349072" y="267446"/>
                    </a:cubicBezTo>
                    <a:cubicBezTo>
                      <a:pt x="372086" y="267446"/>
                      <a:pt x="390744" y="286103"/>
                      <a:pt x="390744" y="309117"/>
                    </a:cubicBezTo>
                    <a:cubicBezTo>
                      <a:pt x="390744" y="332132"/>
                      <a:pt x="372086" y="350789"/>
                      <a:pt x="349072" y="350789"/>
                    </a:cubicBezTo>
                    <a:close/>
                  </a:path>
                </a:pathLst>
              </a:custGeom>
              <a:solidFill>
                <a:srgbClr val="FFD43B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449580" y="1668780"/>
              <a:ext cx="5065452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PlayBand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4830" y="2668905"/>
              <a:ext cx="2573655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先玩出一点灵感，</a:t>
              </a:r>
              <a:r>
                <a:rPr lang="zh-CN" sz="21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再让 AI 音乐导演</a:t>
              </a:r>
              <a:r>
                <a:rPr lang="zh-CN" sz="21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把它编成一支乐队。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4286250"/>
              <a:ext cx="4552950" cy="704850"/>
            </a:xfrm>
            <a:prstGeom prst="roundRect">
              <a:avLst>
                <a:gd name="adj" fmla="val 10811"/>
              </a:avLst>
            </a:prstGeom>
            <a:solidFill>
              <a:srgbClr val="FFF7E8">
                <a:alpha val="12000"/>
              </a:srgbClr>
            </a:solidFill>
            <a:ln w="9525">
              <a:solidFill>
                <a:srgbClr val="FFF7E8">
                  <a:alpha val="22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2005" y="4464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核心承诺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6765" y="46015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先玩，再编曲。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6250" y="5238750"/>
            <a:ext cx="3028950" cy="819150"/>
            <a:chOff x="8096250" y="5238750"/>
            <a:chExt cx="3028950" cy="819150"/>
          </a:xfrm>
        </p:grpSpPr>
        <p:sp>
          <p:nvSpPr>
            <p:cNvPr id="21" name="Rectangle 21"/>
            <p:cNvSpPr/>
            <p:nvPr/>
          </p:nvSpPr>
          <p:spPr>
            <a:xfrm>
              <a:off x="8096250" y="5238750"/>
              <a:ext cx="3028950" cy="819150"/>
            </a:xfrm>
            <a:prstGeom prst="roundRect">
              <a:avLst>
                <a:gd name="adj" fmla="val 9302"/>
              </a:avLst>
            </a:prstGeom>
            <a:solidFill>
              <a:srgbClr val="FFF7E8"/>
            </a:solidFill>
            <a:ln w="19050">
              <a:solidFill>
                <a:srgbClr val="E7DCC7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396883" y="5501283"/>
              <a:ext cx="294084" cy="294084"/>
              <a:chOff x="8396883" y="5501283"/>
              <a:chExt cx="294084" cy="29408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408194" y="55125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135731" y="0"/>
                    </a:moveTo>
                    <a:cubicBezTo>
                      <a:pt x="60769" y="0"/>
                      <a:pt x="0" y="60769"/>
                      <a:pt x="0" y="135731"/>
                    </a:cubicBez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lose/>
                    <a:moveTo>
                      <a:pt x="113109" y="180975"/>
                    </a:moveTo>
                    <a:lnTo>
                      <a:pt x="113109" y="90488"/>
                    </a:lnTo>
                    <a:lnTo>
                      <a:pt x="180975" y="135731"/>
                    </a:lnTo>
                    <a:close/>
                  </a:path>
                </a:pathLst>
              </a:custGeom>
              <a:solidFill>
                <a:srgbClr val="FF5A3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96883" y="5501283"/>
                <a:ext cx="294084" cy="294084"/>
              </a:xfrm>
              <a:custGeom>
                <a:avLst/>
                <a:gdLst/>
                <a:ahLst/>
                <a:cxnLst/>
                <a:rect l="l" t="t" r="r" b="b"/>
                <a:pathLst>
                  <a:path w="294084" h="294084">
                    <a:moveTo>
                      <a:pt x="147042" y="0"/>
                    </a:moveTo>
                    <a:cubicBezTo>
                      <a:pt x="65833" y="0"/>
                      <a:pt x="0" y="65833"/>
                      <a:pt x="0" y="147042"/>
                    </a:cubicBezTo>
                    <a:cubicBezTo>
                      <a:pt x="0" y="228251"/>
                      <a:pt x="65833" y="294084"/>
                      <a:pt x="147042" y="294084"/>
                    </a:cubicBezTo>
                    <a:cubicBezTo>
                      <a:pt x="228251" y="294084"/>
                      <a:pt x="294084" y="228251"/>
                      <a:pt x="294084" y="147042"/>
                    </a:cubicBezTo>
                    <a:cubicBezTo>
                      <a:pt x="293999" y="65869"/>
                      <a:pt x="228216" y="86"/>
                      <a:pt x="147042" y="0"/>
                    </a:cubicBezTo>
                    <a:close/>
                    <a:moveTo>
                      <a:pt x="147042" y="271462"/>
                    </a:moveTo>
                    <a:cubicBezTo>
                      <a:pt x="78327" y="271462"/>
                      <a:pt x="22622" y="215758"/>
                      <a:pt x="22622" y="147042"/>
                    </a:cubicBezTo>
                    <a:cubicBezTo>
                      <a:pt x="22622" y="78327"/>
                      <a:pt x="78327" y="22622"/>
                      <a:pt x="147042" y="22622"/>
                    </a:cubicBezTo>
                    <a:cubicBezTo>
                      <a:pt x="215758" y="22622"/>
                      <a:pt x="271462" y="78327"/>
                      <a:pt x="271462" y="147042"/>
                    </a:cubicBezTo>
                    <a:cubicBezTo>
                      <a:pt x="271385" y="215725"/>
                      <a:pt x="215725" y="271385"/>
                      <a:pt x="147042" y="271462"/>
                    </a:cubicBezTo>
                    <a:close/>
                    <a:moveTo>
                      <a:pt x="198564" y="137626"/>
                    </a:moveTo>
                    <a:lnTo>
                      <a:pt x="130698" y="92382"/>
                    </a:lnTo>
                    <a:cubicBezTo>
                      <a:pt x="127226" y="90066"/>
                      <a:pt x="122761" y="89849"/>
                      <a:pt x="119082" y="91819"/>
                    </a:cubicBezTo>
                    <a:cubicBezTo>
                      <a:pt x="115402" y="93789"/>
                      <a:pt x="113107" y="97625"/>
                      <a:pt x="113109" y="101798"/>
                    </a:cubicBezTo>
                    <a:lnTo>
                      <a:pt x="113109" y="192286"/>
                    </a:lnTo>
                    <a:cubicBezTo>
                      <a:pt x="113107" y="196459"/>
                      <a:pt x="115402" y="200295"/>
                      <a:pt x="119082" y="202265"/>
                    </a:cubicBezTo>
                    <a:cubicBezTo>
                      <a:pt x="122761" y="204235"/>
                      <a:pt x="127226" y="204019"/>
                      <a:pt x="130698" y="201702"/>
                    </a:cubicBezTo>
                    <a:lnTo>
                      <a:pt x="198564" y="156459"/>
                    </a:lnTo>
                    <a:cubicBezTo>
                      <a:pt x="201715" y="154362"/>
                      <a:pt x="203608" y="150827"/>
                      <a:pt x="203608" y="147042"/>
                    </a:cubicBezTo>
                    <a:cubicBezTo>
                      <a:pt x="203608" y="143257"/>
                      <a:pt x="201715" y="139723"/>
                      <a:pt x="198564" y="137626"/>
                    </a:cubicBezTo>
                    <a:close/>
                    <a:moveTo>
                      <a:pt x="135731" y="171149"/>
                    </a:moveTo>
                    <a:lnTo>
                      <a:pt x="135731" y="123006"/>
                    </a:lnTo>
                    <a:lnTo>
                      <a:pt x="171898" y="147042"/>
                    </a:lnTo>
                    <a:close/>
                  </a:path>
                </a:pathLst>
              </a:custGeom>
              <a:solidFill>
                <a:srgbClr val="FF5A3D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8863012" y="54602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在线演示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60155" y="5702618"/>
              <a:ext cx="2141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Consolas"/>
                  <a:ea typeface="Microsoft YaHei"/>
                  <a:cs typeface="Consolas"/>
                </a:rPr>
                <a:t>wenwen.zone/playband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57212" y="6031706"/>
            <a:ext cx="11055668" cy="461963"/>
            <a:chOff x="557212" y="6031706"/>
            <a:chExt cx="11055668" cy="461963"/>
          </a:xfrm>
        </p:grpSpPr>
        <p:sp>
          <p:nvSpPr>
            <p:cNvPr id="28" name="TextBox 28"/>
            <p:cNvSpPr txBox="1"/>
            <p:nvPr/>
          </p:nvSpPr>
          <p:spPr>
            <a:xfrm>
              <a:off x="557212" y="6031706"/>
              <a:ext cx="40925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>
                      <a:alphaMod val="76000"/>
                    </a:srgbClr>
                  </a:solidFill>
                  <a:latin typeface="Arial"/>
                  <a:ea typeface="Microsoft YaHei"/>
                  <a:cs typeface="Arial"/>
                </a:rPr>
                <a:t>队伍：欧比克莱歌剧院 · 作者：温添宁 · 参赛假名：scala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9118" y="6295549"/>
              <a:ext cx="27687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7E8">
                      <a:alphaMod val="54000"/>
                    </a:srgbClr>
                  </a:solidFill>
                  <a:latin typeface="Arial"/>
                  <a:ea typeface="Microsoft YaHei"/>
                  <a:cs typeface="Arial"/>
                </a:rPr>
                <a:t>Solo 黑客松项目 · 为 60 秒可靠评委演示而做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F7E8">
                      <a:alphaMod val="52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124700"/>
            <a:chOff x="0" y="0"/>
            <a:chExt cx="12192000" cy="71247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220325" y="38100"/>
              <a:ext cx="1562100" cy="1562100"/>
            </a:xfrm>
            <a:prstGeom prst="ellipse">
              <a:avLst/>
            </a:prstGeom>
            <a:solidFill>
              <a:srgbClr val="FFD43B">
                <a:alpha val="3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124950" y="4800600"/>
              <a:ext cx="2324100" cy="2324100"/>
            </a:xfrm>
            <a:prstGeom prst="ellipse">
              <a:avLst/>
            </a:prstGeom>
            <a:solidFill>
              <a:srgbClr val="20C997">
                <a:alpha val="18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91490" y="457200"/>
            <a:ext cx="6621937" cy="847725"/>
            <a:chOff x="491490" y="457200"/>
            <a:chExt cx="6621937" cy="847725"/>
          </a:xfrm>
        </p:grpSpPr>
        <p:sp>
          <p:nvSpPr>
            <p:cNvPr id="6" name="Rectangle 6"/>
            <p:cNvSpPr/>
            <p:nvPr/>
          </p:nvSpPr>
          <p:spPr>
            <a:xfrm>
              <a:off x="533400" y="457200"/>
              <a:ext cx="838200" cy="95250"/>
            </a:xfrm>
            <a:prstGeom prst="roundRect">
              <a:avLst>
                <a:gd name="adj" fmla="val 5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447800" y="457200"/>
              <a:ext cx="838200" cy="95250"/>
            </a:xfrm>
            <a:prstGeom prst="roundRect">
              <a:avLst>
                <a:gd name="adj" fmla="val 50000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362200" y="457200"/>
              <a:ext cx="838200" cy="95250"/>
            </a:xfrm>
            <a:prstGeom prst="roundRect">
              <a:avLst>
                <a:gd name="adj" fmla="val 50000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1490" y="634365"/>
              <a:ext cx="662193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AI 音乐忘了第一件事：先玩起来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9590" y="1405890"/>
            <a:ext cx="5852160" cy="4099560"/>
            <a:chOff x="529590" y="1405890"/>
            <a:chExt cx="5852160" cy="4099560"/>
          </a:xfrm>
        </p:grpSpPr>
        <p:sp>
          <p:nvSpPr>
            <p:cNvPr id="11" name="TextBox 11"/>
            <p:cNvSpPr txBox="1"/>
            <p:nvPr/>
          </p:nvSpPr>
          <p:spPr>
            <a:xfrm>
              <a:off x="529590" y="1405890"/>
              <a:ext cx="43302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音乐小白夹在两个不舒服的入口之间。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52450" y="2133600"/>
              <a:ext cx="2781300" cy="1919288"/>
              <a:chOff x="552450" y="2133600"/>
              <a:chExt cx="2781300" cy="1919288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52450" y="2133600"/>
                <a:ext cx="2781300" cy="1790700"/>
              </a:xfrm>
              <a:prstGeom prst="roundRect">
                <a:avLst>
                  <a:gd name="adj" fmla="val 4255"/>
                </a:avLst>
              </a:prstGeom>
              <a:solidFill>
                <a:srgbClr val="FFFFFF"/>
              </a:solidFill>
              <a:ln w="19050">
                <a:solidFill>
                  <a:srgbClr val="E7DCC7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850106" y="2456161"/>
                <a:ext cx="300038" cy="250227"/>
                <a:chOff x="850106" y="2456161"/>
                <a:chExt cx="300038" cy="250227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925116" y="2468761"/>
                  <a:ext cx="175022" cy="22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022" h="225028">
                      <a:moveTo>
                        <a:pt x="75009" y="37505"/>
                      </a:moveTo>
                      <a:cubicBezTo>
                        <a:pt x="75009" y="58218"/>
                        <a:pt x="58218" y="75009"/>
                        <a:pt x="37505" y="75009"/>
                      </a:cubicBezTo>
                      <a:cubicBezTo>
                        <a:pt x="16791" y="75009"/>
                        <a:pt x="0" y="58218"/>
                        <a:pt x="0" y="37505"/>
                      </a:cubicBezTo>
                      <a:cubicBezTo>
                        <a:pt x="0" y="16791"/>
                        <a:pt x="16791" y="0"/>
                        <a:pt x="37505" y="0"/>
                      </a:cubicBezTo>
                      <a:cubicBezTo>
                        <a:pt x="58218" y="0"/>
                        <a:pt x="75009" y="16791"/>
                        <a:pt x="75009" y="37505"/>
                      </a:cubicBezTo>
                      <a:close/>
                      <a:moveTo>
                        <a:pt x="137517" y="150019"/>
                      </a:moveTo>
                      <a:cubicBezTo>
                        <a:pt x="116804" y="150019"/>
                        <a:pt x="100012" y="166810"/>
                        <a:pt x="100012" y="187523"/>
                      </a:cubicBezTo>
                      <a:cubicBezTo>
                        <a:pt x="100012" y="208237"/>
                        <a:pt x="116804" y="225028"/>
                        <a:pt x="137517" y="225028"/>
                      </a:cubicBezTo>
                      <a:cubicBezTo>
                        <a:pt x="158230" y="225028"/>
                        <a:pt x="175022" y="208237"/>
                        <a:pt x="175022" y="187523"/>
                      </a:cubicBezTo>
                      <a:cubicBezTo>
                        <a:pt x="175022" y="166810"/>
                        <a:pt x="158230" y="150019"/>
                        <a:pt x="137517" y="150019"/>
                      </a:cubicBezTo>
                      <a:close/>
                    </a:path>
                  </a:pathLst>
                </a:custGeom>
                <a:solidFill>
                  <a:srgbClr val="FF5A3D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850106" y="2456161"/>
                  <a:ext cx="300038" cy="25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250227">
                      <a:moveTo>
                        <a:pt x="12502" y="62606"/>
                      </a:moveTo>
                      <a:lnTo>
                        <a:pt x="64071" y="62606"/>
                      </a:lnTo>
                      <a:cubicBezTo>
                        <a:pt x="69736" y="84733"/>
                        <a:pt x="89674" y="100209"/>
                        <a:pt x="112514" y="100209"/>
                      </a:cubicBezTo>
                      <a:cubicBezTo>
                        <a:pt x="135355" y="100209"/>
                        <a:pt x="155292" y="84733"/>
                        <a:pt x="160958" y="62606"/>
                      </a:cubicBezTo>
                      <a:lnTo>
                        <a:pt x="287536" y="62606"/>
                      </a:lnTo>
                      <a:cubicBezTo>
                        <a:pt x="294440" y="62606"/>
                        <a:pt x="300038" y="57009"/>
                        <a:pt x="300038" y="50104"/>
                      </a:cubicBezTo>
                      <a:cubicBezTo>
                        <a:pt x="300038" y="43200"/>
                        <a:pt x="294440" y="37603"/>
                        <a:pt x="287536" y="37603"/>
                      </a:cubicBezTo>
                      <a:lnTo>
                        <a:pt x="160958" y="37603"/>
                      </a:lnTo>
                      <a:cubicBezTo>
                        <a:pt x="155292" y="15476"/>
                        <a:pt x="135355" y="0"/>
                        <a:pt x="112514" y="0"/>
                      </a:cubicBezTo>
                      <a:cubicBezTo>
                        <a:pt x="89674" y="0"/>
                        <a:pt x="69736" y="15476"/>
                        <a:pt x="64071" y="37603"/>
                      </a:cubicBezTo>
                      <a:lnTo>
                        <a:pt x="12502" y="37603"/>
                      </a:lnTo>
                      <a:cubicBezTo>
                        <a:pt x="5597" y="37603"/>
                        <a:pt x="0" y="43200"/>
                        <a:pt x="0" y="50104"/>
                      </a:cubicBezTo>
                      <a:cubicBezTo>
                        <a:pt x="0" y="57009"/>
                        <a:pt x="5597" y="62606"/>
                        <a:pt x="12502" y="62606"/>
                      </a:cubicBezTo>
                      <a:close/>
                      <a:moveTo>
                        <a:pt x="112514" y="25101"/>
                      </a:moveTo>
                      <a:cubicBezTo>
                        <a:pt x="126323" y="25101"/>
                        <a:pt x="137517" y="36295"/>
                        <a:pt x="137517" y="50104"/>
                      </a:cubicBezTo>
                      <a:cubicBezTo>
                        <a:pt x="137517" y="63913"/>
                        <a:pt x="126323" y="75107"/>
                        <a:pt x="112514" y="75107"/>
                      </a:cubicBezTo>
                      <a:cubicBezTo>
                        <a:pt x="98705" y="75107"/>
                        <a:pt x="87511" y="63913"/>
                        <a:pt x="87511" y="50104"/>
                      </a:cubicBezTo>
                      <a:cubicBezTo>
                        <a:pt x="87511" y="36295"/>
                        <a:pt x="98705" y="25101"/>
                        <a:pt x="112514" y="25101"/>
                      </a:cubicBezTo>
                      <a:close/>
                      <a:moveTo>
                        <a:pt x="287536" y="187621"/>
                      </a:moveTo>
                      <a:lnTo>
                        <a:pt x="260970" y="187621"/>
                      </a:lnTo>
                      <a:cubicBezTo>
                        <a:pt x="255305" y="165495"/>
                        <a:pt x="235367" y="150019"/>
                        <a:pt x="212527" y="150019"/>
                      </a:cubicBezTo>
                      <a:cubicBezTo>
                        <a:pt x="189686" y="150019"/>
                        <a:pt x="169748" y="165495"/>
                        <a:pt x="164083" y="187621"/>
                      </a:cubicBezTo>
                      <a:lnTo>
                        <a:pt x="12502" y="187621"/>
                      </a:lnTo>
                      <a:cubicBezTo>
                        <a:pt x="5597" y="187621"/>
                        <a:pt x="0" y="193219"/>
                        <a:pt x="0" y="200123"/>
                      </a:cubicBezTo>
                      <a:cubicBezTo>
                        <a:pt x="0" y="207027"/>
                        <a:pt x="5597" y="212625"/>
                        <a:pt x="12502" y="212625"/>
                      </a:cubicBezTo>
                      <a:lnTo>
                        <a:pt x="164083" y="212625"/>
                      </a:lnTo>
                      <a:cubicBezTo>
                        <a:pt x="169748" y="234751"/>
                        <a:pt x="189686" y="250227"/>
                        <a:pt x="212527" y="250227"/>
                      </a:cubicBezTo>
                      <a:cubicBezTo>
                        <a:pt x="235367" y="250227"/>
                        <a:pt x="255305" y="234751"/>
                        <a:pt x="260970" y="212625"/>
                      </a:cubicBezTo>
                      <a:lnTo>
                        <a:pt x="287536" y="212625"/>
                      </a:lnTo>
                      <a:cubicBezTo>
                        <a:pt x="294440" y="212625"/>
                        <a:pt x="300038" y="207027"/>
                        <a:pt x="300038" y="200123"/>
                      </a:cubicBezTo>
                      <a:cubicBezTo>
                        <a:pt x="300038" y="193219"/>
                        <a:pt x="294440" y="187621"/>
                        <a:pt x="287536" y="187621"/>
                      </a:cubicBezTo>
                      <a:close/>
                      <a:moveTo>
                        <a:pt x="212527" y="225126"/>
                      </a:moveTo>
                      <a:cubicBezTo>
                        <a:pt x="198718" y="225126"/>
                        <a:pt x="187523" y="213932"/>
                        <a:pt x="187523" y="200123"/>
                      </a:cubicBezTo>
                      <a:cubicBezTo>
                        <a:pt x="187523" y="186314"/>
                        <a:pt x="198718" y="175120"/>
                        <a:pt x="212527" y="175120"/>
                      </a:cubicBezTo>
                      <a:cubicBezTo>
                        <a:pt x="226335" y="175120"/>
                        <a:pt x="237530" y="186314"/>
                        <a:pt x="237530" y="200123"/>
                      </a:cubicBezTo>
                      <a:cubicBezTo>
                        <a:pt x="237530" y="213932"/>
                        <a:pt x="226335" y="225126"/>
                        <a:pt x="212527" y="225126"/>
                      </a:cubicBezTo>
                      <a:close/>
                    </a:path>
                  </a:pathLst>
                </a:custGeom>
                <a:solidFill>
                  <a:srgbClr val="FF5A3D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767715" y="2829878"/>
                <a:ext cx="1546505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24212B"/>
                    </a:solidFill>
                    <a:latin typeface="Impact"/>
                    <a:ea typeface="SimHei"/>
                    <a:cs typeface="Impact"/>
                  </a:rPr>
                  <a:t>专业 DAW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2955" y="3283268"/>
                <a:ext cx="2091690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很强，但一上来就要求</a:t>
                </a: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懂轨道、插件、钢琴卷帘，</a:t>
                </a: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乐趣还没开始就被劝退。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600450" y="2133600"/>
              <a:ext cx="2781300" cy="1919288"/>
              <a:chOff x="3600450" y="2133600"/>
              <a:chExt cx="2781300" cy="1919288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600450" y="2133600"/>
                <a:ext cx="2781300" cy="1790700"/>
              </a:xfrm>
              <a:prstGeom prst="roundRect">
                <a:avLst>
                  <a:gd name="adj" fmla="val 4255"/>
                </a:avLst>
              </a:prstGeom>
              <a:solidFill>
                <a:srgbClr val="FFFFFF"/>
              </a:solidFill>
              <a:ln w="19050">
                <a:solidFill>
                  <a:srgbClr val="E7DCC7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885605" y="2393752"/>
                <a:ext cx="325041" cy="337542"/>
                <a:chOff x="3885605" y="2393752"/>
                <a:chExt cx="325041" cy="337542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3898106" y="2468761"/>
                  <a:ext cx="300038" cy="250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250031">
                      <a:moveTo>
                        <a:pt x="262533" y="0"/>
                      </a:moveTo>
                      <a:lnTo>
                        <a:pt x="37505" y="0"/>
                      </a:lnTo>
                      <a:cubicBezTo>
                        <a:pt x="16791" y="0"/>
                        <a:pt x="0" y="16791"/>
                        <a:pt x="0" y="37505"/>
                      </a:cubicBezTo>
                      <a:lnTo>
                        <a:pt x="0" y="212527"/>
                      </a:lnTo>
                      <a:cubicBezTo>
                        <a:pt x="0" y="233240"/>
                        <a:pt x="16791" y="250031"/>
                        <a:pt x="37505" y="250031"/>
                      </a:cubicBezTo>
                      <a:lnTo>
                        <a:pt x="262533" y="250031"/>
                      </a:lnTo>
                      <a:cubicBezTo>
                        <a:pt x="283246" y="250031"/>
                        <a:pt x="300038" y="233240"/>
                        <a:pt x="300038" y="212527"/>
                      </a:cubicBezTo>
                      <a:lnTo>
                        <a:pt x="300038" y="37505"/>
                      </a:lnTo>
                      <a:cubicBezTo>
                        <a:pt x="300038" y="16791"/>
                        <a:pt x="283246" y="0"/>
                        <a:pt x="262533" y="0"/>
                      </a:cubicBezTo>
                      <a:close/>
                      <a:moveTo>
                        <a:pt x="206276" y="200025"/>
                      </a:moveTo>
                      <a:lnTo>
                        <a:pt x="93762" y="200025"/>
                      </a:lnTo>
                      <a:cubicBezTo>
                        <a:pt x="76501" y="200025"/>
                        <a:pt x="62508" y="186032"/>
                        <a:pt x="62508" y="168771"/>
                      </a:cubicBezTo>
                      <a:cubicBezTo>
                        <a:pt x="62508" y="151510"/>
                        <a:pt x="76501" y="137517"/>
                        <a:pt x="93762" y="137517"/>
                      </a:cubicBezTo>
                      <a:lnTo>
                        <a:pt x="206276" y="137517"/>
                      </a:lnTo>
                      <a:cubicBezTo>
                        <a:pt x="223537" y="137517"/>
                        <a:pt x="237530" y="151510"/>
                        <a:pt x="237530" y="168771"/>
                      </a:cubicBezTo>
                      <a:cubicBezTo>
                        <a:pt x="237530" y="186032"/>
                        <a:pt x="223537" y="200025"/>
                        <a:pt x="206276" y="200025"/>
                      </a:cubicBezTo>
                      <a:close/>
                    </a:path>
                  </a:pathLst>
                </a:custGeom>
                <a:solidFill>
                  <a:srgbClr val="5C7CF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885605" y="2393752"/>
                  <a:ext cx="325041" cy="337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41" h="337542">
                      <a:moveTo>
                        <a:pt x="275034" y="62508"/>
                      </a:moveTo>
                      <a:lnTo>
                        <a:pt x="175022" y="62508"/>
                      </a:lnTo>
                      <a:lnTo>
                        <a:pt x="175022" y="12502"/>
                      </a:lnTo>
                      <a:cubicBezTo>
                        <a:pt x="175022" y="5597"/>
                        <a:pt x="169425" y="0"/>
                        <a:pt x="162520" y="0"/>
                      </a:cubicBezTo>
                      <a:cubicBezTo>
                        <a:pt x="155616" y="0"/>
                        <a:pt x="150019" y="5597"/>
                        <a:pt x="150019" y="12502"/>
                      </a:cubicBezTo>
                      <a:lnTo>
                        <a:pt x="150019" y="62508"/>
                      </a:lnTo>
                      <a:lnTo>
                        <a:pt x="50006" y="62508"/>
                      </a:lnTo>
                      <a:cubicBezTo>
                        <a:pt x="22389" y="62508"/>
                        <a:pt x="0" y="84896"/>
                        <a:pt x="0" y="112514"/>
                      </a:cubicBezTo>
                      <a:lnTo>
                        <a:pt x="0" y="287536"/>
                      </a:lnTo>
                      <a:cubicBezTo>
                        <a:pt x="0" y="315154"/>
                        <a:pt x="22389" y="337542"/>
                        <a:pt x="50006" y="337542"/>
                      </a:cubicBezTo>
                      <a:lnTo>
                        <a:pt x="275034" y="337542"/>
                      </a:lnTo>
                      <a:cubicBezTo>
                        <a:pt x="302652" y="337542"/>
                        <a:pt x="325041" y="315154"/>
                        <a:pt x="325041" y="287536"/>
                      </a:cubicBezTo>
                      <a:lnTo>
                        <a:pt x="325041" y="112514"/>
                      </a:lnTo>
                      <a:cubicBezTo>
                        <a:pt x="325041" y="84896"/>
                        <a:pt x="302652" y="62508"/>
                        <a:pt x="275034" y="62508"/>
                      </a:cubicBezTo>
                      <a:close/>
                      <a:moveTo>
                        <a:pt x="300038" y="287536"/>
                      </a:moveTo>
                      <a:cubicBezTo>
                        <a:pt x="300038" y="301345"/>
                        <a:pt x="288843" y="312539"/>
                        <a:pt x="275034" y="312539"/>
                      </a:cubicBezTo>
                      <a:lnTo>
                        <a:pt x="50006" y="312539"/>
                      </a:lnTo>
                      <a:cubicBezTo>
                        <a:pt x="36197" y="312539"/>
                        <a:pt x="25003" y="301345"/>
                        <a:pt x="25003" y="287536"/>
                      </a:cubicBezTo>
                      <a:lnTo>
                        <a:pt x="25003" y="112514"/>
                      </a:lnTo>
                      <a:cubicBezTo>
                        <a:pt x="25003" y="98705"/>
                        <a:pt x="36197" y="87511"/>
                        <a:pt x="50006" y="87511"/>
                      </a:cubicBezTo>
                      <a:lnTo>
                        <a:pt x="275034" y="87511"/>
                      </a:lnTo>
                      <a:cubicBezTo>
                        <a:pt x="288843" y="87511"/>
                        <a:pt x="300038" y="98705"/>
                        <a:pt x="300038" y="112514"/>
                      </a:cubicBezTo>
                      <a:close/>
                      <a:moveTo>
                        <a:pt x="218777" y="200025"/>
                      </a:moveTo>
                      <a:lnTo>
                        <a:pt x="106263" y="200025"/>
                      </a:lnTo>
                      <a:cubicBezTo>
                        <a:pt x="82098" y="200025"/>
                        <a:pt x="62508" y="219615"/>
                        <a:pt x="62508" y="243780"/>
                      </a:cubicBezTo>
                      <a:cubicBezTo>
                        <a:pt x="62508" y="267946"/>
                        <a:pt x="82098" y="287536"/>
                        <a:pt x="106263" y="287536"/>
                      </a:cubicBezTo>
                      <a:lnTo>
                        <a:pt x="218777" y="287536"/>
                      </a:lnTo>
                      <a:cubicBezTo>
                        <a:pt x="242943" y="287536"/>
                        <a:pt x="262533" y="267946"/>
                        <a:pt x="262533" y="243780"/>
                      </a:cubicBezTo>
                      <a:cubicBezTo>
                        <a:pt x="262533" y="219615"/>
                        <a:pt x="242943" y="200025"/>
                        <a:pt x="218777" y="200025"/>
                      </a:cubicBezTo>
                      <a:close/>
                      <a:moveTo>
                        <a:pt x="175022" y="225028"/>
                      </a:moveTo>
                      <a:lnTo>
                        <a:pt x="175022" y="262533"/>
                      </a:lnTo>
                      <a:lnTo>
                        <a:pt x="150019" y="262533"/>
                      </a:lnTo>
                      <a:lnTo>
                        <a:pt x="150019" y="225028"/>
                      </a:lnTo>
                      <a:close/>
                      <a:moveTo>
                        <a:pt x="87511" y="243780"/>
                      </a:moveTo>
                      <a:cubicBezTo>
                        <a:pt x="87511" y="233424"/>
                        <a:pt x="95907" y="225028"/>
                        <a:pt x="106263" y="225028"/>
                      </a:cubicBezTo>
                      <a:lnTo>
                        <a:pt x="125016" y="225028"/>
                      </a:lnTo>
                      <a:lnTo>
                        <a:pt x="125016" y="262533"/>
                      </a:lnTo>
                      <a:lnTo>
                        <a:pt x="106263" y="262533"/>
                      </a:lnTo>
                      <a:cubicBezTo>
                        <a:pt x="95907" y="262533"/>
                        <a:pt x="87511" y="254137"/>
                        <a:pt x="87511" y="243780"/>
                      </a:cubicBezTo>
                      <a:close/>
                      <a:moveTo>
                        <a:pt x="218777" y="262533"/>
                      </a:moveTo>
                      <a:lnTo>
                        <a:pt x="200025" y="262533"/>
                      </a:lnTo>
                      <a:lnTo>
                        <a:pt x="200025" y="225028"/>
                      </a:lnTo>
                      <a:lnTo>
                        <a:pt x="218777" y="225028"/>
                      </a:lnTo>
                      <a:cubicBezTo>
                        <a:pt x="229134" y="225028"/>
                        <a:pt x="237530" y="233424"/>
                        <a:pt x="237530" y="243780"/>
                      </a:cubicBezTo>
                      <a:cubicBezTo>
                        <a:pt x="237530" y="254137"/>
                        <a:pt x="229134" y="262533"/>
                        <a:pt x="218777" y="262533"/>
                      </a:cubicBezTo>
                      <a:close/>
                      <a:moveTo>
                        <a:pt x="75009" y="156270"/>
                      </a:moveTo>
                      <a:cubicBezTo>
                        <a:pt x="75009" y="145913"/>
                        <a:pt x="83405" y="137517"/>
                        <a:pt x="93762" y="137517"/>
                      </a:cubicBezTo>
                      <a:cubicBezTo>
                        <a:pt x="104118" y="137517"/>
                        <a:pt x="112514" y="145913"/>
                        <a:pt x="112514" y="156270"/>
                      </a:cubicBezTo>
                      <a:cubicBezTo>
                        <a:pt x="112514" y="166626"/>
                        <a:pt x="104118" y="175022"/>
                        <a:pt x="93762" y="175022"/>
                      </a:cubicBezTo>
                      <a:cubicBezTo>
                        <a:pt x="83405" y="175022"/>
                        <a:pt x="75009" y="166626"/>
                        <a:pt x="75009" y="156270"/>
                      </a:cubicBezTo>
                      <a:close/>
                      <a:moveTo>
                        <a:pt x="212527" y="156270"/>
                      </a:moveTo>
                      <a:cubicBezTo>
                        <a:pt x="212527" y="145913"/>
                        <a:pt x="220922" y="137517"/>
                        <a:pt x="231279" y="137517"/>
                      </a:cubicBezTo>
                      <a:cubicBezTo>
                        <a:pt x="241636" y="137517"/>
                        <a:pt x="250031" y="145913"/>
                        <a:pt x="250031" y="156270"/>
                      </a:cubicBezTo>
                      <a:cubicBezTo>
                        <a:pt x="250031" y="166626"/>
                        <a:pt x="241636" y="175022"/>
                        <a:pt x="231279" y="175022"/>
                      </a:cubicBezTo>
                      <a:cubicBezTo>
                        <a:pt x="220922" y="175022"/>
                        <a:pt x="212527" y="166626"/>
                        <a:pt x="212527" y="156270"/>
                      </a:cubicBezTo>
                      <a:close/>
                    </a:path>
                  </a:pathLst>
                </a:custGeom>
                <a:solidFill>
                  <a:srgbClr val="5C7CFA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3815715" y="2829878"/>
                <a:ext cx="2135629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24212B"/>
                    </a:solidFill>
                    <a:latin typeface="Impact"/>
                    <a:ea typeface="SimHei"/>
                    <a:cs typeface="Impact"/>
                  </a:rPr>
                  <a:t>一句 Prompt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830955" y="3283268"/>
                <a:ext cx="2091690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很简单，但跳过了人的手。</a:t>
                </a: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歌是生成出来了，</a:t>
                </a: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却不像“我做出来的”。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552450" y="4343400"/>
              <a:ext cx="5829300" cy="1162050"/>
            </a:xfrm>
            <a:prstGeom prst="roundRect">
              <a:avLst>
                <a:gd name="adj" fmla="val 6557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0102" y="4570571"/>
              <a:ext cx="14328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中间缺的那一块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5340" y="4911090"/>
              <a:ext cx="41538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人在会编曲之前，</a:t>
              </a:r>
              <a:r>
                <a:rPr lang="zh-CN" sz="18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800" b="1" dirty="0">
                  <a:solidFill>
                    <a:srgbClr val="20C997"/>
                  </a:solidFill>
                  <a:latin typeface="Arial"/>
                  <a:ea typeface="Microsoft YaHei"/>
                  <a:cs typeface="Arial"/>
                </a:rPr>
                <a:t>早就会敲出感觉。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0"/>
            <a:ext cx="5143500" cy="6858000"/>
            <a:chOff x="6286500" y="0"/>
            <a:chExt cx="5143500" cy="6858000"/>
          </a:xfrm>
        </p:grpSpPr>
        <p:sp>
          <p:nvSpPr>
            <p:cNvPr id="30" name="Rectangle 30"/>
            <p:cNvSpPr/>
            <p:nvPr/>
          </p:nvSpPr>
          <p:spPr>
            <a:xfrm>
              <a:off x="6762750" y="876300"/>
              <a:ext cx="4667250" cy="3524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5625" y="1028700"/>
              <a:ext cx="4333875" cy="3162300"/>
            </a:xfrm>
            <a:prstGeom prst="roundRect">
              <a:avLst>
                <a:gd name="adj" fmla="val 2409"/>
              </a:avLst>
            </a:prstGeom>
          </p:spPr>
        </p:pic>
        <p:sp>
          <p:nvSpPr>
            <p:cNvPr id="32" name="Rectangle 32"/>
            <p:cNvSpPr/>
            <p:nvPr/>
          </p:nvSpPr>
          <p:spPr>
            <a:xfrm>
              <a:off x="6286500" y="0"/>
              <a:ext cx="2476500" cy="6858000"/>
            </a:xfrm>
            <a:prstGeom prst="rect">
              <a:avLst/>
            </a:prstGeom>
            <a:gradFill>
              <a:gsLst>
                <a:gs pos="0">
                  <a:srgbClr val="FFF7E8"/>
                </a:gs>
                <a:gs pos="42000">
                  <a:srgbClr val="FFF7E8">
                    <a:alpha val="78000"/>
                  </a:srgbClr>
                </a:gs>
                <a:gs pos="100000">
                  <a:srgbClr val="FFF7E8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43800" y="4648200"/>
              <a:ext cx="3219450" cy="857250"/>
            </a:xfrm>
            <a:prstGeom prst="roundRect">
              <a:avLst>
                <a:gd name="adj" fmla="val 8889"/>
              </a:avLst>
            </a:prstGeom>
            <a:solidFill>
              <a:srgbClr val="FF5A3D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858310" y="4886510"/>
              <a:ext cx="307305" cy="307025"/>
              <a:chOff x="7858310" y="4886510"/>
              <a:chExt cx="307305" cy="307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904501" y="4932744"/>
                <a:ext cx="249577" cy="250557"/>
              </a:xfrm>
              <a:custGeom>
                <a:avLst/>
                <a:gdLst/>
                <a:ahLst/>
                <a:cxnLst/>
                <a:rect l="l" t="t" r="r" b="b"/>
                <a:pathLst>
                  <a:path w="249577" h="250557">
                    <a:moveTo>
                      <a:pt x="246186" y="228244"/>
                    </a:moveTo>
                    <a:lnTo>
                      <a:pt x="228286" y="246143"/>
                    </a:lnTo>
                    <a:cubicBezTo>
                      <a:pt x="223870" y="250557"/>
                      <a:pt x="216712" y="250557"/>
                      <a:pt x="212295" y="246143"/>
                    </a:cubicBezTo>
                    <a:lnTo>
                      <a:pt x="142040" y="175931"/>
                    </a:lnTo>
                    <a:cubicBezTo>
                      <a:pt x="139395" y="173279"/>
                      <a:pt x="135609" y="172109"/>
                      <a:pt x="131930" y="172805"/>
                    </a:cubicBezTo>
                    <a:cubicBezTo>
                      <a:pt x="128250" y="173502"/>
                      <a:pt x="125153" y="175974"/>
                      <a:pt x="123660" y="179409"/>
                    </a:cubicBezTo>
                    <a:lnTo>
                      <a:pt x="96146" y="242708"/>
                    </a:lnTo>
                    <a:cubicBezTo>
                      <a:pt x="94230" y="246926"/>
                      <a:pt x="89935" y="249549"/>
                      <a:pt x="85308" y="249328"/>
                    </a:cubicBezTo>
                    <a:cubicBezTo>
                      <a:pt x="80680" y="249107"/>
                      <a:pt x="76655" y="246085"/>
                      <a:pt x="75150" y="241704"/>
                    </a:cubicBezTo>
                    <a:lnTo>
                      <a:pt x="1233" y="15372"/>
                    </a:lnTo>
                    <a:cubicBezTo>
                      <a:pt x="0" y="11367"/>
                      <a:pt x="1082" y="7008"/>
                      <a:pt x="4045" y="4045"/>
                    </a:cubicBezTo>
                    <a:cubicBezTo>
                      <a:pt x="7008" y="1082"/>
                      <a:pt x="11367" y="0"/>
                      <a:pt x="15372" y="1233"/>
                    </a:cubicBezTo>
                    <a:lnTo>
                      <a:pt x="241732" y="75094"/>
                    </a:lnTo>
                    <a:cubicBezTo>
                      <a:pt x="246114" y="76598"/>
                      <a:pt x="249135" y="80623"/>
                      <a:pt x="249356" y="85251"/>
                    </a:cubicBezTo>
                    <a:cubicBezTo>
                      <a:pt x="249577" y="89879"/>
                      <a:pt x="246954" y="94173"/>
                      <a:pt x="242736" y="96090"/>
                    </a:cubicBezTo>
                    <a:lnTo>
                      <a:pt x="179437" y="123618"/>
                    </a:lnTo>
                    <a:cubicBezTo>
                      <a:pt x="176005" y="125114"/>
                      <a:pt x="173535" y="128212"/>
                      <a:pt x="172842" y="131891"/>
                    </a:cubicBezTo>
                    <a:cubicBezTo>
                      <a:pt x="172149" y="135571"/>
                      <a:pt x="173321" y="139355"/>
                      <a:pt x="175973" y="141998"/>
                    </a:cubicBezTo>
                    <a:lnTo>
                      <a:pt x="246200" y="212225"/>
                    </a:lnTo>
                    <a:cubicBezTo>
                      <a:pt x="248326" y="214349"/>
                      <a:pt x="249520" y="217232"/>
                      <a:pt x="249517" y="220237"/>
                    </a:cubicBezTo>
                    <a:cubicBezTo>
                      <a:pt x="249515" y="223243"/>
                      <a:pt x="248316" y="226123"/>
                      <a:pt x="246186" y="228244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858310" y="4886510"/>
                <a:ext cx="307305" cy="307025"/>
              </a:xfrm>
              <a:custGeom>
                <a:avLst/>
                <a:gdLst/>
                <a:ahLst/>
                <a:cxnLst/>
                <a:rect l="l" t="t" r="r" b="b"/>
                <a:pathLst>
                  <a:path w="307305" h="307025">
                    <a:moveTo>
                      <a:pt x="230138" y="180215"/>
                    </a:moveTo>
                    <a:lnTo>
                      <a:pt x="293437" y="152701"/>
                    </a:lnTo>
                    <a:cubicBezTo>
                      <a:pt x="301972" y="148916"/>
                      <a:pt x="307305" y="140277"/>
                      <a:pt x="306864" y="130952"/>
                    </a:cubicBezTo>
                    <a:cubicBezTo>
                      <a:pt x="306422" y="121626"/>
                      <a:pt x="300297" y="113529"/>
                      <a:pt x="291444" y="110567"/>
                    </a:cubicBezTo>
                    <a:lnTo>
                      <a:pt x="65112" y="36665"/>
                    </a:lnTo>
                    <a:cubicBezTo>
                      <a:pt x="57042" y="34078"/>
                      <a:pt x="48203" y="36219"/>
                      <a:pt x="42211" y="42211"/>
                    </a:cubicBezTo>
                    <a:cubicBezTo>
                      <a:pt x="36219" y="48203"/>
                      <a:pt x="34078" y="57042"/>
                      <a:pt x="36665" y="65112"/>
                    </a:cubicBezTo>
                    <a:lnTo>
                      <a:pt x="110567" y="291444"/>
                    </a:lnTo>
                    <a:cubicBezTo>
                      <a:pt x="113424" y="300388"/>
                      <a:pt x="121560" y="306599"/>
                      <a:pt x="130941" y="306996"/>
                    </a:cubicBezTo>
                    <a:lnTo>
                      <a:pt x="132058" y="306996"/>
                    </a:lnTo>
                    <a:cubicBezTo>
                      <a:pt x="141036" y="307025"/>
                      <a:pt x="149162" y="301688"/>
                      <a:pt x="152701" y="293437"/>
                    </a:cubicBezTo>
                    <a:lnTo>
                      <a:pt x="152701" y="293437"/>
                    </a:lnTo>
                    <a:lnTo>
                      <a:pt x="180215" y="230138"/>
                    </a:lnTo>
                    <a:lnTo>
                      <a:pt x="250441" y="300365"/>
                    </a:lnTo>
                    <a:cubicBezTo>
                      <a:pt x="254684" y="304609"/>
                      <a:pt x="260439" y="306993"/>
                      <a:pt x="266439" y="306993"/>
                    </a:cubicBezTo>
                    <a:cubicBezTo>
                      <a:pt x="272440" y="306993"/>
                      <a:pt x="278195" y="304609"/>
                      <a:pt x="282437" y="300365"/>
                    </a:cubicBezTo>
                    <a:lnTo>
                      <a:pt x="300365" y="282437"/>
                    </a:lnTo>
                    <a:cubicBezTo>
                      <a:pt x="304609" y="278195"/>
                      <a:pt x="306993" y="272440"/>
                      <a:pt x="306993" y="266439"/>
                    </a:cubicBezTo>
                    <a:cubicBezTo>
                      <a:pt x="306993" y="260439"/>
                      <a:pt x="304609" y="254684"/>
                      <a:pt x="300365" y="250441"/>
                    </a:cubicBezTo>
                    <a:close/>
                    <a:moveTo>
                      <a:pt x="131903" y="284501"/>
                    </a:moveTo>
                    <a:lnTo>
                      <a:pt x="131988" y="284431"/>
                    </a:lnTo>
                    <a:close/>
                    <a:moveTo>
                      <a:pt x="266432" y="284374"/>
                    </a:moveTo>
                    <a:lnTo>
                      <a:pt x="196220" y="214147"/>
                    </a:lnTo>
                    <a:cubicBezTo>
                      <a:pt x="190926" y="208846"/>
                      <a:pt x="183351" y="206510"/>
                      <a:pt x="175990" y="207909"/>
                    </a:cubicBezTo>
                    <a:cubicBezTo>
                      <a:pt x="168630" y="209307"/>
                      <a:pt x="162440" y="214259"/>
                      <a:pt x="159459" y="221132"/>
                    </a:cubicBezTo>
                    <a:lnTo>
                      <a:pt x="132002" y="284261"/>
                    </a:lnTo>
                    <a:lnTo>
                      <a:pt x="58155" y="58155"/>
                    </a:lnTo>
                    <a:lnTo>
                      <a:pt x="284190" y="131973"/>
                    </a:lnTo>
                    <a:lnTo>
                      <a:pt x="221075" y="159417"/>
                    </a:lnTo>
                    <a:cubicBezTo>
                      <a:pt x="214202" y="162398"/>
                      <a:pt x="209251" y="168588"/>
                      <a:pt x="207852" y="175948"/>
                    </a:cubicBezTo>
                    <a:cubicBezTo>
                      <a:pt x="206454" y="183308"/>
                      <a:pt x="208790" y="190883"/>
                      <a:pt x="214091" y="196177"/>
                    </a:cubicBezTo>
                    <a:lnTo>
                      <a:pt x="284374" y="266432"/>
                    </a:lnTo>
                    <a:close/>
                    <a:moveTo>
                      <a:pt x="114710" y="24223"/>
                    </a:moveTo>
                    <a:lnTo>
                      <a:pt x="114710" y="12912"/>
                    </a:lnTo>
                    <a:cubicBezTo>
                      <a:pt x="114710" y="6665"/>
                      <a:pt x="119774" y="1601"/>
                      <a:pt x="126021" y="1601"/>
                    </a:cubicBezTo>
                    <a:cubicBezTo>
                      <a:pt x="132268" y="1601"/>
                      <a:pt x="137332" y="6665"/>
                      <a:pt x="137332" y="12912"/>
                    </a:cubicBezTo>
                    <a:lnTo>
                      <a:pt x="137332" y="24223"/>
                    </a:lnTo>
                    <a:cubicBezTo>
                      <a:pt x="137332" y="30469"/>
                      <a:pt x="132268" y="35534"/>
                      <a:pt x="126021" y="35534"/>
                    </a:cubicBezTo>
                    <a:cubicBezTo>
                      <a:pt x="119774" y="35534"/>
                      <a:pt x="114710" y="30469"/>
                      <a:pt x="114710" y="24223"/>
                    </a:cubicBezTo>
                    <a:close/>
                    <a:moveTo>
                      <a:pt x="1601" y="126021"/>
                    </a:moveTo>
                    <a:cubicBezTo>
                      <a:pt x="1601" y="119774"/>
                      <a:pt x="6665" y="114710"/>
                      <a:pt x="12912" y="114710"/>
                    </a:cubicBezTo>
                    <a:lnTo>
                      <a:pt x="24223" y="114710"/>
                    </a:lnTo>
                    <a:cubicBezTo>
                      <a:pt x="30469" y="114710"/>
                      <a:pt x="35534" y="119774"/>
                      <a:pt x="35534" y="126021"/>
                    </a:cubicBezTo>
                    <a:cubicBezTo>
                      <a:pt x="35534" y="132268"/>
                      <a:pt x="30469" y="137332"/>
                      <a:pt x="24223" y="137332"/>
                    </a:cubicBezTo>
                    <a:lnTo>
                      <a:pt x="12912" y="137332"/>
                    </a:lnTo>
                    <a:cubicBezTo>
                      <a:pt x="6665" y="137332"/>
                      <a:pt x="1601" y="132268"/>
                      <a:pt x="1601" y="126021"/>
                    </a:cubicBezTo>
                    <a:close/>
                    <a:moveTo>
                      <a:pt x="161156" y="30472"/>
                    </a:moveTo>
                    <a:lnTo>
                      <a:pt x="172467" y="7850"/>
                    </a:lnTo>
                    <a:cubicBezTo>
                      <a:pt x="175262" y="2263"/>
                      <a:pt x="182057" y="0"/>
                      <a:pt x="187644" y="2795"/>
                    </a:cubicBezTo>
                    <a:cubicBezTo>
                      <a:pt x="193231" y="5591"/>
                      <a:pt x="195495" y="12386"/>
                      <a:pt x="192699" y="17973"/>
                    </a:cubicBezTo>
                    <a:lnTo>
                      <a:pt x="181388" y="40595"/>
                    </a:lnTo>
                    <a:cubicBezTo>
                      <a:pt x="179580" y="44209"/>
                      <a:pt x="175981" y="46584"/>
                      <a:pt x="171946" y="46825"/>
                    </a:cubicBezTo>
                    <a:cubicBezTo>
                      <a:pt x="167912" y="47066"/>
                      <a:pt x="164056" y="45137"/>
                      <a:pt x="161830" y="41764"/>
                    </a:cubicBezTo>
                    <a:cubicBezTo>
                      <a:pt x="159604" y="38390"/>
                      <a:pt x="159347" y="34086"/>
                      <a:pt x="161156" y="30472"/>
                    </a:cubicBezTo>
                    <a:close/>
                    <a:moveTo>
                      <a:pt x="45657" y="166203"/>
                    </a:moveTo>
                    <a:cubicBezTo>
                      <a:pt x="47001" y="168888"/>
                      <a:pt x="47223" y="171997"/>
                      <a:pt x="46274" y="174845"/>
                    </a:cubicBezTo>
                    <a:cubicBezTo>
                      <a:pt x="45324" y="177693"/>
                      <a:pt x="43281" y="180047"/>
                      <a:pt x="40595" y="181388"/>
                    </a:cubicBezTo>
                    <a:lnTo>
                      <a:pt x="17973" y="192699"/>
                    </a:lnTo>
                    <a:cubicBezTo>
                      <a:pt x="12386" y="195495"/>
                      <a:pt x="5591" y="193231"/>
                      <a:pt x="2795" y="187644"/>
                    </a:cubicBezTo>
                    <a:cubicBezTo>
                      <a:pt x="0" y="182057"/>
                      <a:pt x="2263" y="175262"/>
                      <a:pt x="7850" y="172467"/>
                    </a:cubicBezTo>
                    <a:lnTo>
                      <a:pt x="30472" y="161156"/>
                    </a:lnTo>
                    <a:cubicBezTo>
                      <a:pt x="33155" y="159810"/>
                      <a:pt x="36262" y="159586"/>
                      <a:pt x="39110" y="160533"/>
                    </a:cubicBezTo>
                    <a:cubicBezTo>
                      <a:pt x="41958" y="161480"/>
                      <a:pt x="44313" y="163519"/>
                      <a:pt x="45657" y="166203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348662" y="48506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>
                      <a:alphaMod val="78000"/>
                    </a:srgbClr>
                  </a:solidFill>
                  <a:latin typeface="Arial"/>
                  <a:ea typeface="Microsoft YaHei"/>
                  <a:cs typeface="Arial"/>
                </a:rPr>
                <a:t>目标用户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41995" y="50796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有乐感，但不懂乐理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1970" y="6265545"/>
            <a:ext cx="11090910" cy="182880"/>
            <a:chOff x="521970" y="6265545"/>
            <a:chExt cx="1109091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21970" y="6265545"/>
              <a:ext cx="35828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痛点 · 黑箱生成和专业工具都没有保护普通人的“先玩一下”冲动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D43B">
                <a:alpha val="8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228600" y="4953000"/>
              <a:ext cx="1676400" cy="1676400"/>
            </a:xfrm>
            <a:prstGeom prst="ellipse">
              <a:avLst/>
            </a:prstGeom>
            <a:solidFill>
              <a:srgbClr val="FF5A3D">
                <a:alpha val="1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791700" y="285750"/>
              <a:ext cx="2133600" cy="2133600"/>
            </a:xfrm>
            <a:prstGeom prst="ellipse">
              <a:avLst/>
            </a:prstGeom>
            <a:solidFill>
              <a:srgbClr val="5C7CFA">
                <a:alpha val="14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58190" y="978218"/>
            <a:ext cx="7082790" cy="3393757"/>
            <a:chOff x="758190" y="978218"/>
            <a:chExt cx="7082790" cy="3393757"/>
          </a:xfrm>
        </p:grpSpPr>
        <p:sp>
          <p:nvSpPr>
            <p:cNvPr id="7" name="TextBox 7"/>
            <p:cNvSpPr txBox="1"/>
            <p:nvPr/>
          </p:nvSpPr>
          <p:spPr>
            <a:xfrm>
              <a:off x="802005" y="9782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产品洞察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8190" y="1520190"/>
              <a:ext cx="6554724" cy="17945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450"/>
                </a:lnSpc>
              </a:pPr>
              <a:r>
                <a:rPr lang="zh-CN" sz="48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灵感种子来自人，</a:t>
              </a:r>
              <a:r>
                <a:rPr lang="zh-CN" sz="48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编曲扩展交给 Agent。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3663315"/>
              <a:ext cx="700659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PlayBand AI 的关键不是“AI 替你做歌”，</a:t>
              </a:r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而是把你的那一点手感，变成可听、可见、可继续改的音乐结构。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00150" y="4838700"/>
            <a:ext cx="9839468" cy="742950"/>
            <a:chOff x="1200150" y="4838700"/>
            <a:chExt cx="9839468" cy="742950"/>
          </a:xfrm>
        </p:grpSpPr>
        <p:sp>
          <p:nvSpPr>
            <p:cNvPr id="11" name="Rectangle 11"/>
            <p:cNvSpPr/>
            <p:nvPr/>
          </p:nvSpPr>
          <p:spPr>
            <a:xfrm>
              <a:off x="1200150" y="4838700"/>
              <a:ext cx="1981200" cy="742950"/>
            </a:xfrm>
            <a:prstGeom prst="roundRect">
              <a:avLst>
                <a:gd name="adj" fmla="val 50000"/>
              </a:avLst>
            </a:prstGeom>
            <a:solidFill>
              <a:srgbClr val="FF5A3D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477071" y="5020371"/>
              <a:ext cx="323479" cy="323185"/>
              <a:chOff x="1477071" y="5020371"/>
              <a:chExt cx="323479" cy="32318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525693" y="5069038"/>
                <a:ext cx="262713" cy="263744"/>
              </a:xfrm>
              <a:custGeom>
                <a:avLst/>
                <a:gdLst/>
                <a:ahLst/>
                <a:cxnLst/>
                <a:rect l="l" t="t" r="r" b="b"/>
                <a:pathLst>
                  <a:path w="262713" h="263744">
                    <a:moveTo>
                      <a:pt x="259143" y="240257"/>
                    </a:moveTo>
                    <a:lnTo>
                      <a:pt x="240301" y="259098"/>
                    </a:lnTo>
                    <a:cubicBezTo>
                      <a:pt x="235652" y="263744"/>
                      <a:pt x="228118" y="263744"/>
                      <a:pt x="223469" y="259098"/>
                    </a:cubicBezTo>
                    <a:lnTo>
                      <a:pt x="149516" y="185190"/>
                    </a:lnTo>
                    <a:cubicBezTo>
                      <a:pt x="146732" y="182399"/>
                      <a:pt x="142747" y="181167"/>
                      <a:pt x="138873" y="181900"/>
                    </a:cubicBezTo>
                    <a:cubicBezTo>
                      <a:pt x="135000" y="182633"/>
                      <a:pt x="131740" y="185236"/>
                      <a:pt x="130168" y="188851"/>
                    </a:cubicBezTo>
                    <a:lnTo>
                      <a:pt x="101206" y="255482"/>
                    </a:lnTo>
                    <a:cubicBezTo>
                      <a:pt x="99190" y="259922"/>
                      <a:pt x="94669" y="262683"/>
                      <a:pt x="89797" y="262450"/>
                    </a:cubicBezTo>
                    <a:cubicBezTo>
                      <a:pt x="84926" y="262217"/>
                      <a:pt x="80690" y="259037"/>
                      <a:pt x="79105" y="254425"/>
                    </a:cubicBezTo>
                    <a:lnTo>
                      <a:pt x="1298" y="16181"/>
                    </a:lnTo>
                    <a:cubicBezTo>
                      <a:pt x="0" y="11965"/>
                      <a:pt x="1139" y="7377"/>
                      <a:pt x="4258" y="4258"/>
                    </a:cubicBezTo>
                    <a:cubicBezTo>
                      <a:pt x="7377" y="1139"/>
                      <a:pt x="11965" y="0"/>
                      <a:pt x="16181" y="1298"/>
                    </a:cubicBezTo>
                    <a:lnTo>
                      <a:pt x="254455" y="79046"/>
                    </a:lnTo>
                    <a:cubicBezTo>
                      <a:pt x="259067" y="80630"/>
                      <a:pt x="262247" y="84867"/>
                      <a:pt x="262480" y="89738"/>
                    </a:cubicBezTo>
                    <a:cubicBezTo>
                      <a:pt x="262713" y="94609"/>
                      <a:pt x="259952" y="99130"/>
                      <a:pt x="255511" y="101147"/>
                    </a:cubicBezTo>
                    <a:lnTo>
                      <a:pt x="188881" y="130124"/>
                    </a:lnTo>
                    <a:cubicBezTo>
                      <a:pt x="185268" y="131699"/>
                      <a:pt x="182669" y="134960"/>
                      <a:pt x="181939" y="138833"/>
                    </a:cubicBezTo>
                    <a:cubicBezTo>
                      <a:pt x="181209" y="142706"/>
                      <a:pt x="182443" y="146689"/>
                      <a:pt x="185235" y="149471"/>
                    </a:cubicBezTo>
                    <a:lnTo>
                      <a:pt x="259158" y="223394"/>
                    </a:lnTo>
                    <a:cubicBezTo>
                      <a:pt x="261396" y="225630"/>
                      <a:pt x="262652" y="228665"/>
                      <a:pt x="262650" y="231829"/>
                    </a:cubicBezTo>
                    <a:cubicBezTo>
                      <a:pt x="262647" y="234992"/>
                      <a:pt x="261385" y="238025"/>
                      <a:pt x="259143" y="240257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7071" y="5020371"/>
                <a:ext cx="323479" cy="323185"/>
              </a:xfrm>
              <a:custGeom>
                <a:avLst/>
                <a:gdLst/>
                <a:ahLst/>
                <a:cxnLst/>
                <a:rect l="l" t="t" r="r" b="b"/>
                <a:pathLst>
                  <a:path w="323479" h="323185">
                    <a:moveTo>
                      <a:pt x="242251" y="189700"/>
                    </a:moveTo>
                    <a:lnTo>
                      <a:pt x="308881" y="160738"/>
                    </a:lnTo>
                    <a:cubicBezTo>
                      <a:pt x="317865" y="156754"/>
                      <a:pt x="323479" y="147660"/>
                      <a:pt x="323014" y="137844"/>
                    </a:cubicBezTo>
                    <a:cubicBezTo>
                      <a:pt x="322550" y="128027"/>
                      <a:pt x="316103" y="119505"/>
                      <a:pt x="306783" y="116387"/>
                    </a:cubicBezTo>
                    <a:lnTo>
                      <a:pt x="68539" y="38594"/>
                    </a:lnTo>
                    <a:cubicBezTo>
                      <a:pt x="60044" y="35872"/>
                      <a:pt x="50740" y="38125"/>
                      <a:pt x="44433" y="44433"/>
                    </a:cubicBezTo>
                    <a:cubicBezTo>
                      <a:pt x="38125" y="50740"/>
                      <a:pt x="35872" y="60044"/>
                      <a:pt x="38594" y="68539"/>
                    </a:cubicBezTo>
                    <a:lnTo>
                      <a:pt x="116387" y="306783"/>
                    </a:lnTo>
                    <a:cubicBezTo>
                      <a:pt x="119394" y="316198"/>
                      <a:pt x="127958" y="322736"/>
                      <a:pt x="137833" y="323154"/>
                    </a:cubicBezTo>
                    <a:lnTo>
                      <a:pt x="139009" y="323154"/>
                    </a:lnTo>
                    <a:cubicBezTo>
                      <a:pt x="148459" y="323185"/>
                      <a:pt x="157013" y="317566"/>
                      <a:pt x="160738" y="308881"/>
                    </a:cubicBezTo>
                    <a:lnTo>
                      <a:pt x="160738" y="308881"/>
                    </a:lnTo>
                    <a:lnTo>
                      <a:pt x="189700" y="242251"/>
                    </a:lnTo>
                    <a:lnTo>
                      <a:pt x="263623" y="316174"/>
                    </a:lnTo>
                    <a:cubicBezTo>
                      <a:pt x="268088" y="320641"/>
                      <a:pt x="274146" y="323150"/>
                      <a:pt x="280462" y="323150"/>
                    </a:cubicBezTo>
                    <a:cubicBezTo>
                      <a:pt x="286779" y="323150"/>
                      <a:pt x="292836" y="320641"/>
                      <a:pt x="297302" y="316174"/>
                    </a:cubicBezTo>
                    <a:lnTo>
                      <a:pt x="316174" y="297302"/>
                    </a:lnTo>
                    <a:cubicBezTo>
                      <a:pt x="320641" y="292836"/>
                      <a:pt x="323150" y="286779"/>
                      <a:pt x="323150" y="280462"/>
                    </a:cubicBezTo>
                    <a:cubicBezTo>
                      <a:pt x="323150" y="274146"/>
                      <a:pt x="320641" y="268088"/>
                      <a:pt x="316174" y="263623"/>
                    </a:cubicBezTo>
                    <a:close/>
                    <a:moveTo>
                      <a:pt x="138845" y="299475"/>
                    </a:moveTo>
                    <a:lnTo>
                      <a:pt x="138934" y="299401"/>
                    </a:lnTo>
                    <a:close/>
                    <a:moveTo>
                      <a:pt x="280455" y="299341"/>
                    </a:moveTo>
                    <a:lnTo>
                      <a:pt x="206547" y="225418"/>
                    </a:lnTo>
                    <a:cubicBezTo>
                      <a:pt x="200974" y="219838"/>
                      <a:pt x="193001" y="217379"/>
                      <a:pt x="185253" y="218851"/>
                    </a:cubicBezTo>
                    <a:cubicBezTo>
                      <a:pt x="177506" y="220323"/>
                      <a:pt x="170989" y="225536"/>
                      <a:pt x="167852" y="232770"/>
                    </a:cubicBezTo>
                    <a:lnTo>
                      <a:pt x="138949" y="299222"/>
                    </a:lnTo>
                    <a:lnTo>
                      <a:pt x="61216" y="61216"/>
                    </a:lnTo>
                    <a:lnTo>
                      <a:pt x="299148" y="138919"/>
                    </a:lnTo>
                    <a:lnTo>
                      <a:pt x="232711" y="167807"/>
                    </a:lnTo>
                    <a:cubicBezTo>
                      <a:pt x="225476" y="170945"/>
                      <a:pt x="220264" y="177461"/>
                      <a:pt x="218792" y="185208"/>
                    </a:cubicBezTo>
                    <a:cubicBezTo>
                      <a:pt x="217320" y="192956"/>
                      <a:pt x="219779" y="200930"/>
                      <a:pt x="225359" y="206502"/>
                    </a:cubicBezTo>
                    <a:lnTo>
                      <a:pt x="299341" y="280455"/>
                    </a:lnTo>
                    <a:close/>
                    <a:moveTo>
                      <a:pt x="120748" y="25498"/>
                    </a:moveTo>
                    <a:lnTo>
                      <a:pt x="120748" y="13591"/>
                    </a:lnTo>
                    <a:cubicBezTo>
                      <a:pt x="120748" y="7016"/>
                      <a:pt x="126078" y="1685"/>
                      <a:pt x="132654" y="1685"/>
                    </a:cubicBezTo>
                    <a:cubicBezTo>
                      <a:pt x="139229" y="1685"/>
                      <a:pt x="144560" y="7016"/>
                      <a:pt x="144560" y="13591"/>
                    </a:cubicBezTo>
                    <a:lnTo>
                      <a:pt x="144560" y="25498"/>
                    </a:lnTo>
                    <a:cubicBezTo>
                      <a:pt x="144560" y="32073"/>
                      <a:pt x="139229" y="37404"/>
                      <a:pt x="132654" y="37404"/>
                    </a:cubicBezTo>
                    <a:cubicBezTo>
                      <a:pt x="126078" y="37404"/>
                      <a:pt x="120748" y="32073"/>
                      <a:pt x="120748" y="25498"/>
                    </a:cubicBezTo>
                    <a:close/>
                    <a:moveTo>
                      <a:pt x="1685" y="132654"/>
                    </a:moveTo>
                    <a:cubicBezTo>
                      <a:pt x="1685" y="126078"/>
                      <a:pt x="7016" y="120748"/>
                      <a:pt x="13591" y="120748"/>
                    </a:cubicBezTo>
                    <a:lnTo>
                      <a:pt x="25498" y="120748"/>
                    </a:lnTo>
                    <a:cubicBezTo>
                      <a:pt x="32073" y="120748"/>
                      <a:pt x="37404" y="126078"/>
                      <a:pt x="37404" y="132654"/>
                    </a:cubicBezTo>
                    <a:cubicBezTo>
                      <a:pt x="37404" y="139229"/>
                      <a:pt x="32073" y="144560"/>
                      <a:pt x="25498" y="144560"/>
                    </a:cubicBezTo>
                    <a:lnTo>
                      <a:pt x="13591" y="144560"/>
                    </a:lnTo>
                    <a:cubicBezTo>
                      <a:pt x="7016" y="144560"/>
                      <a:pt x="1685" y="139229"/>
                      <a:pt x="1685" y="132654"/>
                    </a:cubicBezTo>
                    <a:close/>
                    <a:moveTo>
                      <a:pt x="169638" y="32076"/>
                    </a:moveTo>
                    <a:lnTo>
                      <a:pt x="181544" y="8263"/>
                    </a:lnTo>
                    <a:cubicBezTo>
                      <a:pt x="184486" y="2382"/>
                      <a:pt x="191639" y="0"/>
                      <a:pt x="197520" y="2943"/>
                    </a:cubicBezTo>
                    <a:cubicBezTo>
                      <a:pt x="203402" y="5885"/>
                      <a:pt x="205784" y="13038"/>
                      <a:pt x="202841" y="18919"/>
                    </a:cubicBezTo>
                    <a:lnTo>
                      <a:pt x="190935" y="42732"/>
                    </a:lnTo>
                    <a:cubicBezTo>
                      <a:pt x="189031" y="46536"/>
                      <a:pt x="185243" y="49036"/>
                      <a:pt x="180996" y="49290"/>
                    </a:cubicBezTo>
                    <a:cubicBezTo>
                      <a:pt x="176750" y="49543"/>
                      <a:pt x="172691" y="47512"/>
                      <a:pt x="170348" y="43962"/>
                    </a:cubicBezTo>
                    <a:cubicBezTo>
                      <a:pt x="168005" y="40411"/>
                      <a:pt x="167734" y="35880"/>
                      <a:pt x="169638" y="32076"/>
                    </a:cubicBezTo>
                    <a:close/>
                    <a:moveTo>
                      <a:pt x="48060" y="174951"/>
                    </a:moveTo>
                    <a:cubicBezTo>
                      <a:pt x="49475" y="177777"/>
                      <a:pt x="49709" y="181049"/>
                      <a:pt x="48709" y="184047"/>
                    </a:cubicBezTo>
                    <a:cubicBezTo>
                      <a:pt x="47710" y="187045"/>
                      <a:pt x="45559" y="189523"/>
                      <a:pt x="42732" y="190935"/>
                    </a:cubicBezTo>
                    <a:lnTo>
                      <a:pt x="18919" y="202841"/>
                    </a:lnTo>
                    <a:cubicBezTo>
                      <a:pt x="13038" y="205784"/>
                      <a:pt x="5885" y="203402"/>
                      <a:pt x="2943" y="197520"/>
                    </a:cubicBezTo>
                    <a:cubicBezTo>
                      <a:pt x="0" y="191639"/>
                      <a:pt x="2382" y="184486"/>
                      <a:pt x="8263" y="181544"/>
                    </a:cubicBezTo>
                    <a:lnTo>
                      <a:pt x="32076" y="169638"/>
                    </a:lnTo>
                    <a:cubicBezTo>
                      <a:pt x="34900" y="168221"/>
                      <a:pt x="38171" y="167985"/>
                      <a:pt x="41169" y="168982"/>
                    </a:cubicBezTo>
                    <a:cubicBezTo>
                      <a:pt x="44167" y="169979"/>
                      <a:pt x="46646" y="172126"/>
                      <a:pt x="48060" y="174951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985962" y="5022056"/>
              <a:ext cx="1860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81200" y="5219700"/>
              <a:ext cx="17813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品味 · 节奏 · 手感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90900" y="5210175"/>
              <a:ext cx="1085850" cy="1"/>
            </a:xfrm>
            <a:prstGeom prst="line">
              <a:avLst/>
            </a:prstGeom>
            <a:noFill/>
            <a:ln w="47625">
              <a:solidFill>
                <a:srgbClr val="20C997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724400" y="4838700"/>
              <a:ext cx="2209800" cy="742950"/>
            </a:xfrm>
            <a:prstGeom prst="roundRect">
              <a:avLst>
                <a:gd name="adj" fmla="val 50000"/>
              </a:avLst>
            </a:prstGeom>
            <a:solidFill>
              <a:srgbClr val="5C7CF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026819" y="5022056"/>
              <a:ext cx="309562" cy="321469"/>
              <a:chOff x="5026819" y="5022056"/>
              <a:chExt cx="309562" cy="32146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038725" y="5093494"/>
                <a:ext cx="28575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38125">
                    <a:moveTo>
                      <a:pt x="250031" y="0"/>
                    </a:moveTo>
                    <a:lnTo>
                      <a:pt x="35719" y="0"/>
                    </a:lnTo>
                    <a:cubicBezTo>
                      <a:pt x="15992" y="0"/>
                      <a:pt x="0" y="15992"/>
                      <a:pt x="0" y="35719"/>
                    </a:cubicBezTo>
                    <a:lnTo>
                      <a:pt x="0" y="202406"/>
                    </a:lnTo>
                    <a:cubicBezTo>
                      <a:pt x="0" y="222133"/>
                      <a:pt x="15992" y="238125"/>
                      <a:pt x="35719" y="238125"/>
                    </a:cubicBezTo>
                    <a:lnTo>
                      <a:pt x="250031" y="238125"/>
                    </a:lnTo>
                    <a:cubicBezTo>
                      <a:pt x="269758" y="238125"/>
                      <a:pt x="285750" y="222133"/>
                      <a:pt x="285750" y="202406"/>
                    </a:cubicBezTo>
                    <a:lnTo>
                      <a:pt x="285750" y="35719"/>
                    </a:lnTo>
                    <a:cubicBezTo>
                      <a:pt x="285750" y="15992"/>
                      <a:pt x="269758" y="0"/>
                      <a:pt x="250031" y="0"/>
                    </a:cubicBezTo>
                    <a:close/>
                    <a:moveTo>
                      <a:pt x="196453" y="190500"/>
                    </a:moveTo>
                    <a:lnTo>
                      <a:pt x="89297" y="190500"/>
                    </a:lnTo>
                    <a:cubicBezTo>
                      <a:pt x="72858" y="190500"/>
                      <a:pt x="59531" y="177173"/>
                      <a:pt x="59531" y="160734"/>
                    </a:cubicBezTo>
                    <a:cubicBezTo>
                      <a:pt x="59531" y="144295"/>
                      <a:pt x="72858" y="130969"/>
                      <a:pt x="89297" y="130969"/>
                    </a:cubicBezTo>
                    <a:lnTo>
                      <a:pt x="196453" y="130969"/>
                    </a:lnTo>
                    <a:cubicBezTo>
                      <a:pt x="212892" y="130969"/>
                      <a:pt x="226219" y="144295"/>
                      <a:pt x="226219" y="160734"/>
                    </a:cubicBezTo>
                    <a:cubicBezTo>
                      <a:pt x="226219" y="177173"/>
                      <a:pt x="212892" y="190500"/>
                      <a:pt x="196453" y="190500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026819" y="5022056"/>
                <a:ext cx="309562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21469">
                    <a:moveTo>
                      <a:pt x="261938" y="59531"/>
                    </a:moveTo>
                    <a:lnTo>
                      <a:pt x="166688" y="59531"/>
                    </a:lnTo>
                    <a:lnTo>
                      <a:pt x="166688" y="11906"/>
                    </a:lnTo>
                    <a:cubicBezTo>
                      <a:pt x="166688" y="5331"/>
                      <a:pt x="161357" y="0"/>
                      <a:pt x="154781" y="0"/>
                    </a:cubicBezTo>
                    <a:cubicBezTo>
                      <a:pt x="148206" y="0"/>
                      <a:pt x="142875" y="5331"/>
                      <a:pt x="142875" y="11906"/>
                    </a:cubicBezTo>
                    <a:lnTo>
                      <a:pt x="142875" y="59531"/>
                    </a:lnTo>
                    <a:lnTo>
                      <a:pt x="47625" y="59531"/>
                    </a:lnTo>
                    <a:cubicBezTo>
                      <a:pt x="21322" y="59531"/>
                      <a:pt x="0" y="80854"/>
                      <a:pt x="0" y="107156"/>
                    </a:cubicBezTo>
                    <a:lnTo>
                      <a:pt x="0" y="273844"/>
                    </a:lnTo>
                    <a:cubicBezTo>
                      <a:pt x="0" y="300146"/>
                      <a:pt x="21322" y="321469"/>
                      <a:pt x="47625" y="321469"/>
                    </a:cubicBezTo>
                    <a:lnTo>
                      <a:pt x="261938" y="321469"/>
                    </a:lnTo>
                    <a:cubicBezTo>
                      <a:pt x="288240" y="321469"/>
                      <a:pt x="309562" y="300146"/>
                      <a:pt x="309562" y="273844"/>
                    </a:cubicBezTo>
                    <a:lnTo>
                      <a:pt x="309562" y="107156"/>
                    </a:lnTo>
                    <a:cubicBezTo>
                      <a:pt x="309562" y="80854"/>
                      <a:pt x="288240" y="59531"/>
                      <a:pt x="261938" y="59531"/>
                    </a:cubicBezTo>
                    <a:close/>
                    <a:moveTo>
                      <a:pt x="285750" y="273844"/>
                    </a:moveTo>
                    <a:cubicBezTo>
                      <a:pt x="285750" y="286995"/>
                      <a:pt x="275089" y="297656"/>
                      <a:pt x="261938" y="297656"/>
                    </a:cubicBezTo>
                    <a:lnTo>
                      <a:pt x="47625" y="297656"/>
                    </a:lnTo>
                    <a:cubicBezTo>
                      <a:pt x="34474" y="297656"/>
                      <a:pt x="23812" y="286995"/>
                      <a:pt x="23812" y="273844"/>
                    </a:cubicBezTo>
                    <a:lnTo>
                      <a:pt x="23812" y="107156"/>
                    </a:lnTo>
                    <a:cubicBezTo>
                      <a:pt x="23812" y="94005"/>
                      <a:pt x="34474" y="83344"/>
                      <a:pt x="47625" y="83344"/>
                    </a:cubicBezTo>
                    <a:lnTo>
                      <a:pt x="261938" y="83344"/>
                    </a:lnTo>
                    <a:cubicBezTo>
                      <a:pt x="275089" y="83344"/>
                      <a:pt x="285750" y="94005"/>
                      <a:pt x="285750" y="107156"/>
                    </a:cubicBezTo>
                    <a:close/>
                    <a:moveTo>
                      <a:pt x="208359" y="190500"/>
                    </a:moveTo>
                    <a:lnTo>
                      <a:pt x="101203" y="190500"/>
                    </a:lnTo>
                    <a:cubicBezTo>
                      <a:pt x="78188" y="190500"/>
                      <a:pt x="59531" y="209157"/>
                      <a:pt x="59531" y="232172"/>
                    </a:cubicBezTo>
                    <a:cubicBezTo>
                      <a:pt x="59531" y="255187"/>
                      <a:pt x="78188" y="273844"/>
                      <a:pt x="101203" y="273844"/>
                    </a:cubicBezTo>
                    <a:lnTo>
                      <a:pt x="208359" y="273844"/>
                    </a:lnTo>
                    <a:cubicBezTo>
                      <a:pt x="231374" y="273844"/>
                      <a:pt x="250031" y="255187"/>
                      <a:pt x="250031" y="232172"/>
                    </a:cubicBezTo>
                    <a:cubicBezTo>
                      <a:pt x="250031" y="209157"/>
                      <a:pt x="231374" y="190500"/>
                      <a:pt x="208359" y="190500"/>
                    </a:cubicBezTo>
                    <a:close/>
                    <a:moveTo>
                      <a:pt x="166688" y="214312"/>
                    </a:moveTo>
                    <a:lnTo>
                      <a:pt x="166688" y="250031"/>
                    </a:lnTo>
                    <a:lnTo>
                      <a:pt x="142875" y="250031"/>
                    </a:lnTo>
                    <a:lnTo>
                      <a:pt x="142875" y="214312"/>
                    </a:lnTo>
                    <a:close/>
                    <a:moveTo>
                      <a:pt x="83344" y="232172"/>
                    </a:moveTo>
                    <a:cubicBezTo>
                      <a:pt x="83344" y="222308"/>
                      <a:pt x="91340" y="214312"/>
                      <a:pt x="101203" y="214312"/>
                    </a:cubicBezTo>
                    <a:lnTo>
                      <a:pt x="119062" y="214312"/>
                    </a:lnTo>
                    <a:lnTo>
                      <a:pt x="119062" y="250031"/>
                    </a:lnTo>
                    <a:lnTo>
                      <a:pt x="101203" y="250031"/>
                    </a:lnTo>
                    <a:cubicBezTo>
                      <a:pt x="91340" y="250031"/>
                      <a:pt x="83344" y="242035"/>
                      <a:pt x="83344" y="232172"/>
                    </a:cubicBezTo>
                    <a:close/>
                    <a:moveTo>
                      <a:pt x="208359" y="250031"/>
                    </a:moveTo>
                    <a:lnTo>
                      <a:pt x="190500" y="250031"/>
                    </a:lnTo>
                    <a:lnTo>
                      <a:pt x="190500" y="214312"/>
                    </a:lnTo>
                    <a:lnTo>
                      <a:pt x="208359" y="214312"/>
                    </a:lnTo>
                    <a:cubicBezTo>
                      <a:pt x="218223" y="214312"/>
                      <a:pt x="226219" y="222308"/>
                      <a:pt x="226219" y="232172"/>
                    </a:cubicBezTo>
                    <a:cubicBezTo>
                      <a:pt x="226219" y="242035"/>
                      <a:pt x="218223" y="250031"/>
                      <a:pt x="208359" y="250031"/>
                    </a:cubicBezTo>
                    <a:close/>
                    <a:moveTo>
                      <a:pt x="71438" y="148828"/>
                    </a:moveTo>
                    <a:cubicBezTo>
                      <a:pt x="71438" y="138965"/>
                      <a:pt x="79433" y="130969"/>
                      <a:pt x="89297" y="130969"/>
                    </a:cubicBezTo>
                    <a:cubicBezTo>
                      <a:pt x="99160" y="130969"/>
                      <a:pt x="107156" y="138965"/>
                      <a:pt x="107156" y="148828"/>
                    </a:cubicBezTo>
                    <a:cubicBezTo>
                      <a:pt x="107156" y="158692"/>
                      <a:pt x="99160" y="166688"/>
                      <a:pt x="89297" y="166688"/>
                    </a:cubicBezTo>
                    <a:cubicBezTo>
                      <a:pt x="79433" y="166688"/>
                      <a:pt x="71438" y="158692"/>
                      <a:pt x="71438" y="148828"/>
                    </a:cubicBezTo>
                    <a:close/>
                    <a:moveTo>
                      <a:pt x="202406" y="148828"/>
                    </a:moveTo>
                    <a:cubicBezTo>
                      <a:pt x="202406" y="138965"/>
                      <a:pt x="210402" y="130969"/>
                      <a:pt x="220266" y="130969"/>
                    </a:cubicBezTo>
                    <a:cubicBezTo>
                      <a:pt x="230129" y="130969"/>
                      <a:pt x="238125" y="138965"/>
                      <a:pt x="238125" y="148828"/>
                    </a:cubicBezTo>
                    <a:cubicBezTo>
                      <a:pt x="238125" y="158692"/>
                      <a:pt x="230129" y="166688"/>
                      <a:pt x="220266" y="166688"/>
                    </a:cubicBezTo>
                    <a:cubicBezTo>
                      <a:pt x="210402" y="166688"/>
                      <a:pt x="202406" y="158692"/>
                      <a:pt x="202406" y="148828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510212" y="5022056"/>
              <a:ext cx="4617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05450" y="5219700"/>
              <a:ext cx="17813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结构 · 配器 · 变化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143750" y="5210175"/>
              <a:ext cx="1085850" cy="1"/>
            </a:xfrm>
            <a:prstGeom prst="line">
              <a:avLst/>
            </a:prstGeom>
            <a:noFill/>
            <a:ln w="47625">
              <a:solidFill>
                <a:srgbClr val="20C997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477250" y="4838700"/>
              <a:ext cx="2324100" cy="742950"/>
            </a:xfrm>
            <a:prstGeom prst="roundRect">
              <a:avLst>
                <a:gd name="adj" fmla="val 50000"/>
              </a:avLst>
            </a:prstGeom>
            <a:solidFill>
              <a:srgbClr val="20C99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803481" y="5045869"/>
              <a:ext cx="261938" cy="309562"/>
              <a:chOff x="8803481" y="5045869"/>
              <a:chExt cx="261938" cy="3095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815388" y="5153025"/>
                <a:ext cx="2381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0">
                    <a:moveTo>
                      <a:pt x="238125" y="0"/>
                    </a:moveTo>
                    <a:lnTo>
                      <a:pt x="238125" y="95250"/>
                    </a:lnTo>
                    <a:lnTo>
                      <a:pt x="0" y="952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4212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803481" y="5045869"/>
                <a:ext cx="261938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309562">
                    <a:moveTo>
                      <a:pt x="23812" y="107156"/>
                    </a:moveTo>
                    <a:lnTo>
                      <a:pt x="23812" y="202406"/>
                    </a:lnTo>
                    <a:cubicBezTo>
                      <a:pt x="23812" y="208982"/>
                      <a:pt x="18482" y="214312"/>
                      <a:pt x="11906" y="214312"/>
                    </a:cubicBezTo>
                    <a:cubicBezTo>
                      <a:pt x="5331" y="214312"/>
                      <a:pt x="0" y="208982"/>
                      <a:pt x="0" y="202406"/>
                    </a:cubicBezTo>
                    <a:lnTo>
                      <a:pt x="0" y="107156"/>
                    </a:lnTo>
                    <a:cubicBezTo>
                      <a:pt x="0" y="100581"/>
                      <a:pt x="5331" y="95250"/>
                      <a:pt x="11906" y="95250"/>
                    </a:cubicBezTo>
                    <a:cubicBezTo>
                      <a:pt x="18482" y="95250"/>
                      <a:pt x="23812" y="100581"/>
                      <a:pt x="23812" y="107156"/>
                    </a:cubicBezTo>
                    <a:close/>
                    <a:moveTo>
                      <a:pt x="71438" y="0"/>
                    </a:moveTo>
                    <a:cubicBezTo>
                      <a:pt x="64862" y="0"/>
                      <a:pt x="59531" y="5331"/>
                      <a:pt x="59531" y="11906"/>
                    </a:cubicBezTo>
                    <a:lnTo>
                      <a:pt x="59531" y="297656"/>
                    </a:lnTo>
                    <a:cubicBezTo>
                      <a:pt x="59531" y="304232"/>
                      <a:pt x="64862" y="309562"/>
                      <a:pt x="71438" y="309562"/>
                    </a:cubicBezTo>
                    <a:cubicBezTo>
                      <a:pt x="78013" y="309562"/>
                      <a:pt x="83344" y="304232"/>
                      <a:pt x="83344" y="297656"/>
                    </a:cubicBezTo>
                    <a:lnTo>
                      <a:pt x="83344" y="11906"/>
                    </a:lnTo>
                    <a:cubicBezTo>
                      <a:pt x="83344" y="5331"/>
                      <a:pt x="78013" y="0"/>
                      <a:pt x="71438" y="0"/>
                    </a:cubicBezTo>
                    <a:close/>
                    <a:moveTo>
                      <a:pt x="130969" y="47625"/>
                    </a:moveTo>
                    <a:cubicBezTo>
                      <a:pt x="124393" y="47625"/>
                      <a:pt x="119062" y="52956"/>
                      <a:pt x="119062" y="59531"/>
                    </a:cubicBezTo>
                    <a:lnTo>
                      <a:pt x="119062" y="250031"/>
                    </a:lnTo>
                    <a:cubicBezTo>
                      <a:pt x="119062" y="256607"/>
                      <a:pt x="124393" y="261938"/>
                      <a:pt x="130969" y="261938"/>
                    </a:cubicBezTo>
                    <a:cubicBezTo>
                      <a:pt x="137544" y="261938"/>
                      <a:pt x="142875" y="256607"/>
                      <a:pt x="142875" y="250031"/>
                    </a:cubicBezTo>
                    <a:lnTo>
                      <a:pt x="142875" y="59531"/>
                    </a:lnTo>
                    <a:cubicBezTo>
                      <a:pt x="142875" y="52956"/>
                      <a:pt x="137544" y="47625"/>
                      <a:pt x="130969" y="47625"/>
                    </a:cubicBezTo>
                    <a:close/>
                    <a:moveTo>
                      <a:pt x="190500" y="95250"/>
                    </a:moveTo>
                    <a:cubicBezTo>
                      <a:pt x="183924" y="95250"/>
                      <a:pt x="178594" y="100581"/>
                      <a:pt x="178594" y="107156"/>
                    </a:cubicBezTo>
                    <a:lnTo>
                      <a:pt x="178594" y="202406"/>
                    </a:lnTo>
                    <a:cubicBezTo>
                      <a:pt x="178594" y="208982"/>
                      <a:pt x="183924" y="214312"/>
                      <a:pt x="190500" y="214312"/>
                    </a:cubicBezTo>
                    <a:cubicBezTo>
                      <a:pt x="197076" y="214312"/>
                      <a:pt x="202406" y="208982"/>
                      <a:pt x="202406" y="202406"/>
                    </a:cubicBezTo>
                    <a:lnTo>
                      <a:pt x="202406" y="107156"/>
                    </a:lnTo>
                    <a:cubicBezTo>
                      <a:pt x="202406" y="100581"/>
                      <a:pt x="197076" y="95250"/>
                      <a:pt x="190500" y="95250"/>
                    </a:cubicBezTo>
                    <a:close/>
                    <a:moveTo>
                      <a:pt x="250031" y="71438"/>
                    </a:moveTo>
                    <a:cubicBezTo>
                      <a:pt x="243456" y="71438"/>
                      <a:pt x="238125" y="76768"/>
                      <a:pt x="238125" y="83344"/>
                    </a:cubicBezTo>
                    <a:lnTo>
                      <a:pt x="238125" y="226219"/>
                    </a:lnTo>
                    <a:cubicBezTo>
                      <a:pt x="238125" y="232794"/>
                      <a:pt x="243456" y="238125"/>
                      <a:pt x="250031" y="238125"/>
                    </a:cubicBezTo>
                    <a:cubicBezTo>
                      <a:pt x="256607" y="238125"/>
                      <a:pt x="261938" y="232794"/>
                      <a:pt x="261938" y="226219"/>
                    </a:cubicBezTo>
                    <a:lnTo>
                      <a:pt x="261938" y="83344"/>
                    </a:lnTo>
                    <a:cubicBezTo>
                      <a:pt x="261938" y="76768"/>
                      <a:pt x="256607" y="71438"/>
                      <a:pt x="250031" y="71438"/>
                    </a:cubicBezTo>
                    <a:close/>
                  </a:path>
                </a:pathLst>
              </a:custGeom>
              <a:solidFill>
                <a:srgbClr val="24212B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263062" y="5022056"/>
              <a:ext cx="3751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Loop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58300" y="5219700"/>
              <a:ext cx="17813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可听 · 可见 · 可改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20050" y="1676400"/>
            <a:ext cx="3581400" cy="2038350"/>
            <a:chOff x="8020050" y="1676400"/>
            <a:chExt cx="3581400" cy="2038350"/>
          </a:xfrm>
        </p:grpSpPr>
        <p:sp>
          <p:nvSpPr>
            <p:cNvPr id="32" name="Rectangle 32"/>
            <p:cNvSpPr/>
            <p:nvPr/>
          </p:nvSpPr>
          <p:spPr>
            <a:xfrm>
              <a:off x="8020050" y="1676400"/>
              <a:ext cx="781050" cy="781050"/>
            </a:xfrm>
            <a:prstGeom prst="roundRect">
              <a:avLst>
                <a:gd name="adj" fmla="val 9756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55794" y="1942148"/>
              <a:ext cx="3095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953500" y="2095500"/>
              <a:ext cx="781050" cy="781050"/>
            </a:xfrm>
            <a:prstGeom prst="roundRect">
              <a:avLst>
                <a:gd name="adj" fmla="val 9756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59228" y="2361248"/>
              <a:ext cx="56959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贝斯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86950" y="2514600"/>
              <a:ext cx="781050" cy="781050"/>
            </a:xfrm>
            <a:prstGeom prst="roundRect">
              <a:avLst>
                <a:gd name="adj" fmla="val 9756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92678" y="2780348"/>
              <a:ext cx="56959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吉他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820400" y="2933700"/>
              <a:ext cx="781050" cy="781050"/>
            </a:xfrm>
            <a:prstGeom prst="roundRect">
              <a:avLst>
                <a:gd name="adj" fmla="val 9756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6128" y="3199448"/>
              <a:ext cx="56959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键盘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1970" y="6265545"/>
            <a:ext cx="11090910" cy="182880"/>
            <a:chOff x="521970" y="6265545"/>
            <a:chExt cx="1109091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21970" y="6265545"/>
              <a:ext cx="33370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洞察 · AI 负责把人的小灵感放大，而不是把人从创作里拿掉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1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0C997">
                <a:alpha val="6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93395" y="457200"/>
            <a:ext cx="7166491" cy="1019175"/>
            <a:chOff x="493395" y="457200"/>
            <a:chExt cx="7166491" cy="1019175"/>
          </a:xfrm>
        </p:grpSpPr>
        <p:sp>
          <p:nvSpPr>
            <p:cNvPr id="5" name="Rectangle 5"/>
            <p:cNvSpPr/>
            <p:nvPr/>
          </p:nvSpPr>
          <p:spPr>
            <a:xfrm>
              <a:off x="533400" y="457200"/>
              <a:ext cx="1143000" cy="95250"/>
            </a:xfrm>
            <a:prstGeom prst="roundRect">
              <a:avLst>
                <a:gd name="adj" fmla="val 5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93395" y="650558"/>
              <a:ext cx="592399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几下敲击，变成四轨乐队 loop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3400" y="1171575"/>
              <a:ext cx="71264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PlayBand AI 把人的节奏种子，扩展成鼓、贝斯、吉他、键盘的 8 小节编曲。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52450" y="1885950"/>
            <a:ext cx="5975509" cy="1524000"/>
            <a:chOff x="552450" y="1885950"/>
            <a:chExt cx="5975509" cy="1524000"/>
          </a:xfrm>
        </p:grpSpPr>
        <p:grpSp>
          <p:nvGrpSpPr>
            <p:cNvPr id="15" name="Group 15"/>
            <p:cNvGrpSpPr/>
            <p:nvPr/>
          </p:nvGrpSpPr>
          <p:grpSpPr>
            <a:xfrm>
              <a:off x="552450" y="1885950"/>
              <a:ext cx="1524000" cy="1524000"/>
              <a:chOff x="552450" y="1885950"/>
              <a:chExt cx="1524000" cy="1524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52450" y="1885950"/>
                <a:ext cx="1524000" cy="1524000"/>
              </a:xfrm>
              <a:prstGeom prst="roundRect">
                <a:avLst>
                  <a:gd name="adj" fmla="val 5000"/>
                </a:avLst>
              </a:prstGeom>
              <a:solidFill>
                <a:srgbClr val="FF5A3D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004399" y="2166449"/>
                <a:ext cx="436696" cy="436299"/>
                <a:chOff x="1004399" y="2166449"/>
                <a:chExt cx="436696" cy="436299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070039" y="2232149"/>
                  <a:ext cx="354662" cy="356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662" h="356055">
                      <a:moveTo>
                        <a:pt x="349843" y="324346"/>
                      </a:moveTo>
                      <a:lnTo>
                        <a:pt x="324407" y="349783"/>
                      </a:lnTo>
                      <a:cubicBezTo>
                        <a:pt x="318130" y="356055"/>
                        <a:pt x="307959" y="356055"/>
                        <a:pt x="301683" y="349783"/>
                      </a:cubicBezTo>
                      <a:lnTo>
                        <a:pt x="201847" y="250007"/>
                      </a:lnTo>
                      <a:cubicBezTo>
                        <a:pt x="198088" y="246239"/>
                        <a:pt x="192708" y="244576"/>
                        <a:pt x="187479" y="245566"/>
                      </a:cubicBezTo>
                      <a:cubicBezTo>
                        <a:pt x="182250" y="246555"/>
                        <a:pt x="177849" y="250069"/>
                        <a:pt x="175727" y="254949"/>
                      </a:cubicBezTo>
                      <a:lnTo>
                        <a:pt x="136629" y="344900"/>
                      </a:lnTo>
                      <a:cubicBezTo>
                        <a:pt x="133906" y="350895"/>
                        <a:pt x="127803" y="354622"/>
                        <a:pt x="121227" y="354308"/>
                      </a:cubicBezTo>
                      <a:cubicBezTo>
                        <a:pt x="114650" y="353993"/>
                        <a:pt x="108931" y="349700"/>
                        <a:pt x="106792" y="343474"/>
                      </a:cubicBezTo>
                      <a:lnTo>
                        <a:pt x="1752" y="21844"/>
                      </a:lnTo>
                      <a:cubicBezTo>
                        <a:pt x="0" y="16153"/>
                        <a:pt x="1538" y="9959"/>
                        <a:pt x="5748" y="5748"/>
                      </a:cubicBezTo>
                      <a:cubicBezTo>
                        <a:pt x="9959" y="1538"/>
                        <a:pt x="16153" y="0"/>
                        <a:pt x="21844" y="1752"/>
                      </a:cubicBezTo>
                      <a:lnTo>
                        <a:pt x="343514" y="106712"/>
                      </a:lnTo>
                      <a:cubicBezTo>
                        <a:pt x="349741" y="108850"/>
                        <a:pt x="354034" y="114570"/>
                        <a:pt x="354348" y="121146"/>
                      </a:cubicBezTo>
                      <a:cubicBezTo>
                        <a:pt x="354662" y="127722"/>
                        <a:pt x="350935" y="133825"/>
                        <a:pt x="344940" y="136548"/>
                      </a:cubicBezTo>
                      <a:lnTo>
                        <a:pt x="254989" y="175667"/>
                      </a:lnTo>
                      <a:cubicBezTo>
                        <a:pt x="250112" y="177793"/>
                        <a:pt x="246603" y="182196"/>
                        <a:pt x="245618" y="187424"/>
                      </a:cubicBezTo>
                      <a:cubicBezTo>
                        <a:pt x="244632" y="192653"/>
                        <a:pt x="246298" y="198031"/>
                        <a:pt x="250067" y="201786"/>
                      </a:cubicBezTo>
                      <a:lnTo>
                        <a:pt x="349863" y="301582"/>
                      </a:lnTo>
                      <a:cubicBezTo>
                        <a:pt x="352885" y="304601"/>
                        <a:pt x="354581" y="308698"/>
                        <a:pt x="354577" y="312968"/>
                      </a:cubicBezTo>
                      <a:cubicBezTo>
                        <a:pt x="354573" y="317239"/>
                        <a:pt x="352870" y="321333"/>
                        <a:pt x="349843" y="324346"/>
                      </a:cubicBezTo>
                      <a:close/>
                    </a:path>
                  </a:pathLst>
                </a:custGeom>
                <a:solidFill>
                  <a:srgbClr val="FFF7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04399" y="2166449"/>
                  <a:ext cx="436696" cy="436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96" h="436299">
                      <a:moveTo>
                        <a:pt x="327039" y="256094"/>
                      </a:moveTo>
                      <a:lnTo>
                        <a:pt x="416990" y="216996"/>
                      </a:lnTo>
                      <a:cubicBezTo>
                        <a:pt x="429118" y="211618"/>
                        <a:pt x="436696" y="199342"/>
                        <a:pt x="436069" y="186089"/>
                      </a:cubicBezTo>
                      <a:cubicBezTo>
                        <a:pt x="435442" y="172837"/>
                        <a:pt x="426738" y="161331"/>
                        <a:pt x="414157" y="157122"/>
                      </a:cubicBezTo>
                      <a:lnTo>
                        <a:pt x="92527" y="52102"/>
                      </a:lnTo>
                      <a:cubicBezTo>
                        <a:pt x="81059" y="48427"/>
                        <a:pt x="68499" y="51469"/>
                        <a:pt x="59984" y="59984"/>
                      </a:cubicBezTo>
                      <a:cubicBezTo>
                        <a:pt x="51469" y="68499"/>
                        <a:pt x="48427" y="81059"/>
                        <a:pt x="52102" y="92527"/>
                      </a:cubicBezTo>
                      <a:lnTo>
                        <a:pt x="157122" y="414157"/>
                      </a:lnTo>
                      <a:cubicBezTo>
                        <a:pt x="161182" y="426867"/>
                        <a:pt x="172743" y="435693"/>
                        <a:pt x="186075" y="436258"/>
                      </a:cubicBezTo>
                      <a:lnTo>
                        <a:pt x="187662" y="436258"/>
                      </a:lnTo>
                      <a:cubicBezTo>
                        <a:pt x="200419" y="436299"/>
                        <a:pt x="211967" y="428714"/>
                        <a:pt x="216996" y="416990"/>
                      </a:cubicBezTo>
                      <a:lnTo>
                        <a:pt x="216996" y="416990"/>
                      </a:lnTo>
                      <a:lnTo>
                        <a:pt x="256094" y="327039"/>
                      </a:lnTo>
                      <a:lnTo>
                        <a:pt x="355890" y="426835"/>
                      </a:lnTo>
                      <a:cubicBezTo>
                        <a:pt x="361919" y="432865"/>
                        <a:pt x="370097" y="436253"/>
                        <a:pt x="378624" y="436253"/>
                      </a:cubicBezTo>
                      <a:cubicBezTo>
                        <a:pt x="387151" y="436253"/>
                        <a:pt x="395329" y="432865"/>
                        <a:pt x="401358" y="426835"/>
                      </a:cubicBezTo>
                      <a:lnTo>
                        <a:pt x="426835" y="401358"/>
                      </a:lnTo>
                      <a:cubicBezTo>
                        <a:pt x="432865" y="395329"/>
                        <a:pt x="436253" y="387151"/>
                        <a:pt x="436253" y="378624"/>
                      </a:cubicBezTo>
                      <a:cubicBezTo>
                        <a:pt x="436253" y="370097"/>
                        <a:pt x="432865" y="361919"/>
                        <a:pt x="426835" y="355890"/>
                      </a:cubicBezTo>
                      <a:close/>
                      <a:moveTo>
                        <a:pt x="187441" y="404292"/>
                      </a:moveTo>
                      <a:lnTo>
                        <a:pt x="187561" y="404191"/>
                      </a:lnTo>
                      <a:close/>
                      <a:moveTo>
                        <a:pt x="378614" y="404111"/>
                      </a:moveTo>
                      <a:lnTo>
                        <a:pt x="278838" y="304315"/>
                      </a:lnTo>
                      <a:cubicBezTo>
                        <a:pt x="271315" y="296782"/>
                        <a:pt x="260551" y="293462"/>
                        <a:pt x="250092" y="295449"/>
                      </a:cubicBezTo>
                      <a:cubicBezTo>
                        <a:pt x="239633" y="297436"/>
                        <a:pt x="230836" y="304473"/>
                        <a:pt x="226600" y="314240"/>
                      </a:cubicBezTo>
                      <a:lnTo>
                        <a:pt x="187581" y="403950"/>
                      </a:lnTo>
                      <a:lnTo>
                        <a:pt x="82642" y="82642"/>
                      </a:lnTo>
                      <a:lnTo>
                        <a:pt x="403849" y="187541"/>
                      </a:lnTo>
                      <a:lnTo>
                        <a:pt x="314160" y="226539"/>
                      </a:lnTo>
                      <a:cubicBezTo>
                        <a:pt x="304393" y="230775"/>
                        <a:pt x="297356" y="239572"/>
                        <a:pt x="295369" y="250031"/>
                      </a:cubicBezTo>
                      <a:cubicBezTo>
                        <a:pt x="293382" y="260490"/>
                        <a:pt x="296701" y="271255"/>
                        <a:pt x="304234" y="278778"/>
                      </a:cubicBezTo>
                      <a:lnTo>
                        <a:pt x="404111" y="378614"/>
                      </a:lnTo>
                      <a:close/>
                      <a:moveTo>
                        <a:pt x="163009" y="34422"/>
                      </a:moveTo>
                      <a:lnTo>
                        <a:pt x="163009" y="18348"/>
                      </a:lnTo>
                      <a:cubicBezTo>
                        <a:pt x="163009" y="9471"/>
                        <a:pt x="170205" y="2275"/>
                        <a:pt x="179083" y="2275"/>
                      </a:cubicBezTo>
                      <a:cubicBezTo>
                        <a:pt x="187960" y="2275"/>
                        <a:pt x="195156" y="9471"/>
                        <a:pt x="195156" y="18348"/>
                      </a:cubicBezTo>
                      <a:lnTo>
                        <a:pt x="195156" y="34422"/>
                      </a:lnTo>
                      <a:cubicBezTo>
                        <a:pt x="195156" y="43299"/>
                        <a:pt x="187960" y="50495"/>
                        <a:pt x="179083" y="50495"/>
                      </a:cubicBezTo>
                      <a:cubicBezTo>
                        <a:pt x="170205" y="50495"/>
                        <a:pt x="163009" y="43299"/>
                        <a:pt x="163009" y="34422"/>
                      </a:cubicBezTo>
                      <a:close/>
                      <a:moveTo>
                        <a:pt x="2275" y="179083"/>
                      </a:moveTo>
                      <a:cubicBezTo>
                        <a:pt x="2275" y="170205"/>
                        <a:pt x="9471" y="163009"/>
                        <a:pt x="18348" y="163009"/>
                      </a:cubicBezTo>
                      <a:lnTo>
                        <a:pt x="34422" y="163009"/>
                      </a:lnTo>
                      <a:cubicBezTo>
                        <a:pt x="43299" y="163009"/>
                        <a:pt x="50495" y="170205"/>
                        <a:pt x="50495" y="179083"/>
                      </a:cubicBezTo>
                      <a:cubicBezTo>
                        <a:pt x="50495" y="187960"/>
                        <a:pt x="43299" y="195156"/>
                        <a:pt x="34422" y="195156"/>
                      </a:cubicBezTo>
                      <a:lnTo>
                        <a:pt x="18348" y="195156"/>
                      </a:lnTo>
                      <a:cubicBezTo>
                        <a:pt x="9471" y="195156"/>
                        <a:pt x="2275" y="187960"/>
                        <a:pt x="2275" y="179083"/>
                      </a:cubicBezTo>
                      <a:close/>
                      <a:moveTo>
                        <a:pt x="229011" y="43302"/>
                      </a:moveTo>
                      <a:lnTo>
                        <a:pt x="245084" y="11155"/>
                      </a:lnTo>
                      <a:cubicBezTo>
                        <a:pt x="249057" y="3216"/>
                        <a:pt x="258713" y="0"/>
                        <a:pt x="266653" y="3973"/>
                      </a:cubicBezTo>
                      <a:cubicBezTo>
                        <a:pt x="274592" y="7945"/>
                        <a:pt x="277808" y="17602"/>
                        <a:pt x="273835" y="25541"/>
                      </a:cubicBezTo>
                      <a:lnTo>
                        <a:pt x="257762" y="57688"/>
                      </a:lnTo>
                      <a:cubicBezTo>
                        <a:pt x="255192" y="62824"/>
                        <a:pt x="250078" y="66199"/>
                        <a:pt x="244345" y="66541"/>
                      </a:cubicBezTo>
                      <a:cubicBezTo>
                        <a:pt x="238612" y="66884"/>
                        <a:pt x="233132" y="64142"/>
                        <a:pt x="229969" y="59348"/>
                      </a:cubicBezTo>
                      <a:cubicBezTo>
                        <a:pt x="226806" y="54555"/>
                        <a:pt x="226441" y="48438"/>
                        <a:pt x="229011" y="43302"/>
                      </a:cubicBezTo>
                      <a:close/>
                      <a:moveTo>
                        <a:pt x="64881" y="236183"/>
                      </a:moveTo>
                      <a:cubicBezTo>
                        <a:pt x="66791" y="239998"/>
                        <a:pt x="67107" y="244416"/>
                        <a:pt x="65757" y="248464"/>
                      </a:cubicBezTo>
                      <a:cubicBezTo>
                        <a:pt x="64408" y="252511"/>
                        <a:pt x="61505" y="255856"/>
                        <a:pt x="57688" y="257762"/>
                      </a:cubicBezTo>
                      <a:lnTo>
                        <a:pt x="25541" y="273835"/>
                      </a:lnTo>
                      <a:cubicBezTo>
                        <a:pt x="17602" y="277808"/>
                        <a:pt x="7945" y="274592"/>
                        <a:pt x="3973" y="266653"/>
                      </a:cubicBezTo>
                      <a:cubicBezTo>
                        <a:pt x="0" y="258713"/>
                        <a:pt x="3216" y="249057"/>
                        <a:pt x="11155" y="245084"/>
                      </a:cubicBezTo>
                      <a:lnTo>
                        <a:pt x="43302" y="229011"/>
                      </a:lnTo>
                      <a:cubicBezTo>
                        <a:pt x="47115" y="227099"/>
                        <a:pt x="51531" y="226780"/>
                        <a:pt x="55578" y="228126"/>
                      </a:cubicBezTo>
                      <a:cubicBezTo>
                        <a:pt x="59625" y="229471"/>
                        <a:pt x="62972" y="232370"/>
                        <a:pt x="64881" y="236183"/>
                      </a:cubicBezTo>
                      <a:close/>
                    </a:path>
                  </a:pathLst>
                </a:custGeom>
                <a:solidFill>
                  <a:srgbClr val="FFF7E8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085374" y="27527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7E8"/>
                    </a:solidFill>
                    <a:latin typeface="Arial"/>
                    <a:ea typeface="Microsoft YaHei"/>
                    <a:cs typeface="Arial"/>
                  </a:rPr>
                  <a:t>捕捉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8844" y="3050381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7E8">
                        <a:alphaMod val="82000"/>
                      </a:srgbClr>
                    </a:solidFill>
                    <a:latin typeface="Arial"/>
                    <a:ea typeface="Microsoft YaHei"/>
                    <a:cs typeface="Arial"/>
                  </a:rPr>
                  <a:t>把敲击变成事件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2266950" y="2647950"/>
              <a:ext cx="590550" cy="1"/>
            </a:xfrm>
            <a:prstGeom prst="line">
              <a:avLst/>
            </a:prstGeom>
            <a:noFill/>
            <a:ln w="47625">
              <a:solidFill>
                <a:srgbClr val="FF5A3D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086100" y="1885950"/>
              <a:ext cx="1524000" cy="1524000"/>
              <a:chOff x="3086100" y="1885950"/>
              <a:chExt cx="1524000" cy="1524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086100" y="1885950"/>
                <a:ext cx="1524000" cy="1524000"/>
              </a:xfrm>
              <a:prstGeom prst="roundRect">
                <a:avLst>
                  <a:gd name="adj" fmla="val 5000"/>
                </a:avLst>
              </a:prstGeom>
              <a:solidFill>
                <a:srgbClr val="5C7C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588529" y="2216944"/>
                <a:ext cx="433998" cy="388884"/>
                <a:chOff x="3588529" y="2216944"/>
                <a:chExt cx="433998" cy="388884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3603047" y="2313384"/>
                  <a:ext cx="274819" cy="274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19" h="274819">
                      <a:moveTo>
                        <a:pt x="274819" y="64294"/>
                      </a:moveTo>
                      <a:lnTo>
                        <a:pt x="70566" y="268547"/>
                      </a:lnTo>
                      <a:cubicBezTo>
                        <a:pt x="64290" y="274819"/>
                        <a:pt x="54118" y="274819"/>
                        <a:pt x="47842" y="268547"/>
                      </a:cubicBezTo>
                      <a:lnTo>
                        <a:pt x="6272" y="227037"/>
                      </a:lnTo>
                      <a:cubicBezTo>
                        <a:pt x="0" y="220761"/>
                        <a:pt x="0" y="210590"/>
                        <a:pt x="6272" y="204313"/>
                      </a:cubicBezTo>
                      <a:lnTo>
                        <a:pt x="210525" y="0"/>
                      </a:lnTo>
                      <a:close/>
                    </a:path>
                  </a:pathLst>
                </a:custGeom>
                <a:solidFill>
                  <a:srgbClr val="FFF7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588529" y="2216944"/>
                  <a:ext cx="433998" cy="388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998" h="388884">
                      <a:moveTo>
                        <a:pt x="433998" y="241102"/>
                      </a:moveTo>
                      <a:cubicBezTo>
                        <a:pt x="433998" y="249979"/>
                        <a:pt x="426802" y="257175"/>
                        <a:pt x="417925" y="257175"/>
                      </a:cubicBezTo>
                      <a:lnTo>
                        <a:pt x="385778" y="257175"/>
                      </a:lnTo>
                      <a:lnTo>
                        <a:pt x="385778" y="289322"/>
                      </a:lnTo>
                      <a:cubicBezTo>
                        <a:pt x="385778" y="298199"/>
                        <a:pt x="378581" y="305395"/>
                        <a:pt x="369704" y="305395"/>
                      </a:cubicBezTo>
                      <a:cubicBezTo>
                        <a:pt x="360827" y="305395"/>
                        <a:pt x="353631" y="298199"/>
                        <a:pt x="353631" y="289322"/>
                      </a:cubicBezTo>
                      <a:lnTo>
                        <a:pt x="353631" y="257175"/>
                      </a:lnTo>
                      <a:lnTo>
                        <a:pt x="321484" y="257175"/>
                      </a:lnTo>
                      <a:cubicBezTo>
                        <a:pt x="312607" y="257175"/>
                        <a:pt x="305411" y="249979"/>
                        <a:pt x="305411" y="241102"/>
                      </a:cubicBezTo>
                      <a:cubicBezTo>
                        <a:pt x="305411" y="232224"/>
                        <a:pt x="312607" y="225028"/>
                        <a:pt x="321484" y="225028"/>
                      </a:cubicBezTo>
                      <a:lnTo>
                        <a:pt x="353631" y="225028"/>
                      </a:lnTo>
                      <a:lnTo>
                        <a:pt x="353631" y="192881"/>
                      </a:lnTo>
                      <a:cubicBezTo>
                        <a:pt x="353631" y="184004"/>
                        <a:pt x="360827" y="176808"/>
                        <a:pt x="369704" y="176808"/>
                      </a:cubicBezTo>
                      <a:cubicBezTo>
                        <a:pt x="378581" y="176808"/>
                        <a:pt x="385778" y="184004"/>
                        <a:pt x="385778" y="192881"/>
                      </a:cubicBezTo>
                      <a:lnTo>
                        <a:pt x="385778" y="225028"/>
                      </a:lnTo>
                      <a:lnTo>
                        <a:pt x="417925" y="225028"/>
                      </a:lnTo>
                      <a:cubicBezTo>
                        <a:pt x="426802" y="225028"/>
                        <a:pt x="433998" y="232224"/>
                        <a:pt x="433998" y="241102"/>
                      </a:cubicBezTo>
                      <a:close/>
                      <a:moveTo>
                        <a:pt x="48236" y="80367"/>
                      </a:moveTo>
                      <a:lnTo>
                        <a:pt x="80382" y="80367"/>
                      </a:lnTo>
                      <a:lnTo>
                        <a:pt x="80382" y="112514"/>
                      </a:lnTo>
                      <a:cubicBezTo>
                        <a:pt x="80382" y="121391"/>
                        <a:pt x="87579" y="128588"/>
                        <a:pt x="96456" y="128588"/>
                      </a:cubicBezTo>
                      <a:cubicBezTo>
                        <a:pt x="105333" y="128588"/>
                        <a:pt x="112529" y="121391"/>
                        <a:pt x="112529" y="112514"/>
                      </a:cubicBezTo>
                      <a:lnTo>
                        <a:pt x="112529" y="80367"/>
                      </a:lnTo>
                      <a:lnTo>
                        <a:pt x="144676" y="80367"/>
                      </a:lnTo>
                      <a:cubicBezTo>
                        <a:pt x="153553" y="80367"/>
                        <a:pt x="160750" y="73171"/>
                        <a:pt x="160750" y="64294"/>
                      </a:cubicBezTo>
                      <a:cubicBezTo>
                        <a:pt x="160750" y="55417"/>
                        <a:pt x="153553" y="48220"/>
                        <a:pt x="144676" y="48220"/>
                      </a:cubicBezTo>
                      <a:lnTo>
                        <a:pt x="112529" y="48220"/>
                      </a:lnTo>
                      <a:lnTo>
                        <a:pt x="112529" y="16073"/>
                      </a:lnTo>
                      <a:cubicBezTo>
                        <a:pt x="112529" y="7196"/>
                        <a:pt x="105333" y="0"/>
                        <a:pt x="96456" y="0"/>
                      </a:cubicBezTo>
                      <a:cubicBezTo>
                        <a:pt x="87579" y="0"/>
                        <a:pt x="80382" y="7196"/>
                        <a:pt x="80382" y="16073"/>
                      </a:cubicBezTo>
                      <a:lnTo>
                        <a:pt x="80382" y="48220"/>
                      </a:lnTo>
                      <a:lnTo>
                        <a:pt x="48236" y="48220"/>
                      </a:lnTo>
                      <a:cubicBezTo>
                        <a:pt x="39358" y="48220"/>
                        <a:pt x="32162" y="55417"/>
                        <a:pt x="32162" y="64294"/>
                      </a:cubicBezTo>
                      <a:cubicBezTo>
                        <a:pt x="32162" y="73171"/>
                        <a:pt x="39358" y="80367"/>
                        <a:pt x="48236" y="80367"/>
                      </a:cubicBezTo>
                      <a:close/>
                      <a:moveTo>
                        <a:pt x="305411" y="321469"/>
                      </a:moveTo>
                      <a:lnTo>
                        <a:pt x="289337" y="321469"/>
                      </a:lnTo>
                      <a:lnTo>
                        <a:pt x="289337" y="305395"/>
                      </a:lnTo>
                      <a:cubicBezTo>
                        <a:pt x="289337" y="296518"/>
                        <a:pt x="282141" y="289322"/>
                        <a:pt x="273264" y="289322"/>
                      </a:cubicBezTo>
                      <a:cubicBezTo>
                        <a:pt x="264387" y="289322"/>
                        <a:pt x="257190" y="296518"/>
                        <a:pt x="257190" y="305395"/>
                      </a:cubicBezTo>
                      <a:lnTo>
                        <a:pt x="257190" y="321469"/>
                      </a:lnTo>
                      <a:lnTo>
                        <a:pt x="241117" y="321469"/>
                      </a:lnTo>
                      <a:cubicBezTo>
                        <a:pt x="232240" y="321469"/>
                        <a:pt x="225043" y="328665"/>
                        <a:pt x="225043" y="337542"/>
                      </a:cubicBezTo>
                      <a:cubicBezTo>
                        <a:pt x="225043" y="346419"/>
                        <a:pt x="232240" y="353616"/>
                        <a:pt x="241117" y="353616"/>
                      </a:cubicBezTo>
                      <a:lnTo>
                        <a:pt x="257190" y="353616"/>
                      </a:lnTo>
                      <a:lnTo>
                        <a:pt x="257190" y="369689"/>
                      </a:lnTo>
                      <a:cubicBezTo>
                        <a:pt x="257190" y="378566"/>
                        <a:pt x="264387" y="385762"/>
                        <a:pt x="273264" y="385762"/>
                      </a:cubicBezTo>
                      <a:cubicBezTo>
                        <a:pt x="282141" y="385762"/>
                        <a:pt x="289337" y="378566"/>
                        <a:pt x="289337" y="369689"/>
                      </a:cubicBezTo>
                      <a:lnTo>
                        <a:pt x="289337" y="353616"/>
                      </a:lnTo>
                      <a:lnTo>
                        <a:pt x="305411" y="353616"/>
                      </a:lnTo>
                      <a:cubicBezTo>
                        <a:pt x="314288" y="353616"/>
                        <a:pt x="321484" y="346419"/>
                        <a:pt x="321484" y="337542"/>
                      </a:cubicBezTo>
                      <a:cubicBezTo>
                        <a:pt x="321484" y="328665"/>
                        <a:pt x="314288" y="321469"/>
                        <a:pt x="305411" y="321469"/>
                      </a:cubicBezTo>
                      <a:close/>
                      <a:moveTo>
                        <a:pt x="376355" y="96441"/>
                      </a:moveTo>
                      <a:lnTo>
                        <a:pt x="96456" y="376339"/>
                      </a:lnTo>
                      <a:cubicBezTo>
                        <a:pt x="83903" y="388884"/>
                        <a:pt x="63561" y="388884"/>
                        <a:pt x="51008" y="376339"/>
                      </a:cubicBezTo>
                      <a:lnTo>
                        <a:pt x="9418" y="334790"/>
                      </a:lnTo>
                      <a:cubicBezTo>
                        <a:pt x="3388" y="328761"/>
                        <a:pt x="0" y="320583"/>
                        <a:pt x="0" y="312056"/>
                      </a:cubicBezTo>
                      <a:cubicBezTo>
                        <a:pt x="0" y="303529"/>
                        <a:pt x="3388" y="295351"/>
                        <a:pt x="9418" y="289322"/>
                      </a:cubicBezTo>
                      <a:lnTo>
                        <a:pt x="289337" y="9423"/>
                      </a:lnTo>
                      <a:cubicBezTo>
                        <a:pt x="295366" y="3393"/>
                        <a:pt x="303544" y="5"/>
                        <a:pt x="312071" y="5"/>
                      </a:cubicBezTo>
                      <a:cubicBezTo>
                        <a:pt x="320598" y="5"/>
                        <a:pt x="328776" y="3393"/>
                        <a:pt x="334805" y="9423"/>
                      </a:cubicBezTo>
                      <a:lnTo>
                        <a:pt x="376355" y="50973"/>
                      </a:lnTo>
                      <a:cubicBezTo>
                        <a:pt x="382385" y="57002"/>
                        <a:pt x="385773" y="65180"/>
                        <a:pt x="385773" y="73707"/>
                      </a:cubicBezTo>
                      <a:cubicBezTo>
                        <a:pt x="385773" y="82234"/>
                        <a:pt x="382385" y="90412"/>
                        <a:pt x="376355" y="96441"/>
                      </a:cubicBezTo>
                      <a:close/>
                      <a:moveTo>
                        <a:pt x="266593" y="160734"/>
                      </a:moveTo>
                      <a:lnTo>
                        <a:pt x="225043" y="119164"/>
                      </a:lnTo>
                      <a:lnTo>
                        <a:pt x="32162" y="312046"/>
                      </a:lnTo>
                      <a:lnTo>
                        <a:pt x="73712" y="353616"/>
                      </a:lnTo>
                      <a:close/>
                      <a:moveTo>
                        <a:pt x="353631" y="73717"/>
                      </a:moveTo>
                      <a:lnTo>
                        <a:pt x="312061" y="32147"/>
                      </a:lnTo>
                      <a:lnTo>
                        <a:pt x="247767" y="96441"/>
                      </a:lnTo>
                      <a:lnTo>
                        <a:pt x="289337" y="138011"/>
                      </a:lnTo>
                      <a:close/>
                    </a:path>
                  </a:pathLst>
                </a:custGeom>
                <a:solidFill>
                  <a:srgbClr val="FFF7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619024" y="27527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7E8"/>
                    </a:solidFill>
                    <a:latin typeface="Arial"/>
                    <a:ea typeface="Microsoft YaHei"/>
                    <a:cs typeface="Arial"/>
                  </a:rPr>
                  <a:t>编曲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250990" y="3050381"/>
                <a:ext cx="11942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7E8">
                        <a:alphaMod val="82000"/>
                      </a:srgbClr>
                    </a:solidFill>
                    <a:latin typeface="Arial"/>
                    <a:ea typeface="Microsoft YaHei"/>
                    <a:cs typeface="Arial"/>
                  </a:rPr>
                  <a:t>补成 8 小节 loop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4800600" y="2647950"/>
              <a:ext cx="590550" cy="1"/>
            </a:xfrm>
            <a:prstGeom prst="line">
              <a:avLst/>
            </a:prstGeom>
            <a:noFill/>
            <a:ln w="47625">
              <a:solidFill>
                <a:srgbClr val="FF5A3D"/>
              </a:solidFill>
              <a:tailEnd type="triangle" w="lg" len="lg"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222081" y="1885950"/>
              <a:ext cx="1305878" cy="1524000"/>
              <a:chOff x="5222081" y="1885950"/>
              <a:chExt cx="1305878" cy="1524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619750" y="1885950"/>
                <a:ext cx="533400" cy="1524000"/>
              </a:xfrm>
              <a:prstGeom prst="roundRect">
                <a:avLst>
                  <a:gd name="adj" fmla="val 14286"/>
                </a:avLst>
              </a:prstGeom>
              <a:solidFill>
                <a:srgbClr val="20C997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 rot="-5400000">
                <a:off x="5222081" y="256032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4212B"/>
                    </a:solidFill>
                    <a:latin typeface="Impact"/>
                    <a:ea typeface="SimHei"/>
                    <a:cs typeface="Impact"/>
                  </a:rPr>
                  <a:t>试听后应用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6229350" y="1238250"/>
            <a:ext cx="5276850" cy="4095750"/>
            <a:chOff x="6229350" y="1238250"/>
            <a:chExt cx="5276850" cy="4095750"/>
          </a:xfrm>
        </p:grpSpPr>
        <p:sp>
          <p:nvSpPr>
            <p:cNvPr id="29" name="Rectangle 29"/>
            <p:cNvSpPr/>
            <p:nvPr/>
          </p:nvSpPr>
          <p:spPr>
            <a:xfrm>
              <a:off x="6229350" y="1238250"/>
              <a:ext cx="5276850" cy="4095750"/>
            </a:xfrm>
            <a:prstGeom prst="roundRect">
              <a:avLst>
                <a:gd name="adj" fmla="val 2326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38900" y="1466850"/>
              <a:ext cx="4857750" cy="3543300"/>
            </a:xfrm>
            <a:prstGeom prst="roundRect">
              <a:avLst>
                <a:gd name="adj" fmla="val 2150"/>
              </a:avLst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6515100" y="1581150"/>
              <a:ext cx="1428750" cy="361950"/>
            </a:xfrm>
            <a:prstGeom prst="roundRect">
              <a:avLst>
                <a:gd name="adj" fmla="val 21053"/>
              </a:avLst>
            </a:prstGeom>
            <a:solidFill>
              <a:srgbClr val="24212B">
                <a:alpha val="88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3869" y="1697831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真实 Demo 截图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52450" y="4000500"/>
            <a:ext cx="5238750" cy="1123950"/>
            <a:chOff x="552450" y="4000500"/>
            <a:chExt cx="5238750" cy="1123950"/>
          </a:xfrm>
        </p:grpSpPr>
        <p:sp>
          <p:nvSpPr>
            <p:cNvPr id="34" name="Rectangle 34"/>
            <p:cNvSpPr/>
            <p:nvPr/>
          </p:nvSpPr>
          <p:spPr>
            <a:xfrm>
              <a:off x="552450" y="4000500"/>
              <a:ext cx="5238750" cy="112395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29801" y="4316728"/>
              <a:ext cx="377471" cy="288649"/>
              <a:chOff x="829801" y="4316728"/>
              <a:chExt cx="377471" cy="28864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44153" y="4329708"/>
                <a:ext cx="35004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200025">
                    <a:moveTo>
                      <a:pt x="350044" y="100012"/>
                    </a:moveTo>
                    <a:lnTo>
                      <a:pt x="175022" y="200025"/>
                    </a:lnTo>
                    <a:lnTo>
                      <a:pt x="0" y="100012"/>
                    </a:lnTo>
                    <a:lnTo>
                      <a:pt x="175022" y="0"/>
                    </a:lnTo>
                    <a:close/>
                  </a:path>
                </a:pathLst>
              </a:custGeom>
              <a:solidFill>
                <a:srgbClr val="20C9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9801" y="4316728"/>
                <a:ext cx="377471" cy="288649"/>
              </a:xfrm>
              <a:custGeom>
                <a:avLst/>
                <a:gdLst/>
                <a:ahLst/>
                <a:cxnLst/>
                <a:rect l="l" t="t" r="r" b="b"/>
                <a:pathLst>
                  <a:path w="377471" h="288649">
                    <a:moveTo>
                      <a:pt x="8101" y="123931"/>
                    </a:moveTo>
                    <a:lnTo>
                      <a:pt x="183123" y="223944"/>
                    </a:lnTo>
                    <a:cubicBezTo>
                      <a:pt x="186967" y="226141"/>
                      <a:pt x="191687" y="226141"/>
                      <a:pt x="195531" y="223944"/>
                    </a:cubicBezTo>
                    <a:lnTo>
                      <a:pt x="370553" y="123931"/>
                    </a:lnTo>
                    <a:cubicBezTo>
                      <a:pt x="374454" y="121707"/>
                      <a:pt x="376863" y="117561"/>
                      <a:pt x="376863" y="113071"/>
                    </a:cubicBezTo>
                    <a:cubicBezTo>
                      <a:pt x="376863" y="108580"/>
                      <a:pt x="374454" y="104434"/>
                      <a:pt x="370553" y="102210"/>
                    </a:cubicBezTo>
                    <a:lnTo>
                      <a:pt x="195531" y="2197"/>
                    </a:lnTo>
                    <a:cubicBezTo>
                      <a:pt x="191687" y="0"/>
                      <a:pt x="186967" y="0"/>
                      <a:pt x="183123" y="2197"/>
                    </a:cubicBezTo>
                    <a:lnTo>
                      <a:pt x="8101" y="102210"/>
                    </a:lnTo>
                    <a:cubicBezTo>
                      <a:pt x="4200" y="104434"/>
                      <a:pt x="1791" y="108580"/>
                      <a:pt x="1791" y="113071"/>
                    </a:cubicBezTo>
                    <a:cubicBezTo>
                      <a:pt x="1791" y="117561"/>
                      <a:pt x="4200" y="121707"/>
                      <a:pt x="8101" y="123931"/>
                    </a:cubicBezTo>
                    <a:close/>
                    <a:moveTo>
                      <a:pt x="189374" y="27372"/>
                    </a:moveTo>
                    <a:lnTo>
                      <a:pt x="339189" y="112992"/>
                    </a:lnTo>
                    <a:lnTo>
                      <a:pt x="189374" y="198612"/>
                    </a:lnTo>
                    <a:lnTo>
                      <a:pt x="39558" y="112992"/>
                    </a:lnTo>
                    <a:close/>
                    <a:moveTo>
                      <a:pt x="375335" y="169249"/>
                    </a:moveTo>
                    <a:cubicBezTo>
                      <a:pt x="377019" y="172144"/>
                      <a:pt x="377471" y="175594"/>
                      <a:pt x="376590" y="178826"/>
                    </a:cubicBezTo>
                    <a:cubicBezTo>
                      <a:pt x="375709" y="182057"/>
                      <a:pt x="373568" y="184800"/>
                      <a:pt x="370647" y="186439"/>
                    </a:cubicBezTo>
                    <a:lnTo>
                      <a:pt x="195625" y="286452"/>
                    </a:lnTo>
                    <a:cubicBezTo>
                      <a:pt x="191781" y="288649"/>
                      <a:pt x="187061" y="288649"/>
                      <a:pt x="183217" y="286452"/>
                    </a:cubicBezTo>
                    <a:lnTo>
                      <a:pt x="8101" y="186439"/>
                    </a:lnTo>
                    <a:cubicBezTo>
                      <a:pt x="2081" y="182987"/>
                      <a:pt x="0" y="175308"/>
                      <a:pt x="3452" y="169288"/>
                    </a:cubicBezTo>
                    <a:cubicBezTo>
                      <a:pt x="6904" y="163269"/>
                      <a:pt x="14583" y="161187"/>
                      <a:pt x="20603" y="164639"/>
                    </a:cubicBezTo>
                    <a:lnTo>
                      <a:pt x="189374" y="261120"/>
                    </a:lnTo>
                    <a:lnTo>
                      <a:pt x="358145" y="164639"/>
                    </a:lnTo>
                    <a:cubicBezTo>
                      <a:pt x="361031" y="162949"/>
                      <a:pt x="364473" y="162485"/>
                      <a:pt x="367704" y="163351"/>
                    </a:cubicBezTo>
                    <a:cubicBezTo>
                      <a:pt x="370934" y="164217"/>
                      <a:pt x="373682" y="166342"/>
                      <a:pt x="375335" y="169249"/>
                    </a:cubicBezTo>
                    <a:close/>
                  </a:path>
                </a:pathLst>
              </a:custGeom>
              <a:solidFill>
                <a:srgbClr val="20C997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392555" y="4235768"/>
              <a:ext cx="30586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不是音频黑箱，而是结构化音乐数据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92555" y="4540568"/>
              <a:ext cx="3849052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每次生成都落在 lightweight MIDI-like JSON 里：</a:t>
              </a:r>
              <a:r>
                <a:rPr lang="zh-CN" sz="135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可视化、可播放、可变换，用户始终握着方向盘。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00100" y="5657850"/>
            <a:ext cx="9182100" cy="333375"/>
            <a:chOff x="800100" y="5657850"/>
            <a:chExt cx="9182100" cy="333375"/>
          </a:xfrm>
        </p:grpSpPr>
        <p:sp>
          <p:nvSpPr>
            <p:cNvPr id="41" name="Rectangle 41"/>
            <p:cNvSpPr/>
            <p:nvPr/>
          </p:nvSpPr>
          <p:spPr>
            <a:xfrm>
              <a:off x="800100" y="5657850"/>
              <a:ext cx="2209800" cy="323850"/>
            </a:xfrm>
            <a:prstGeom prst="roundRect">
              <a:avLst>
                <a:gd name="adj" fmla="val 23529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124200" y="5657850"/>
              <a:ext cx="2209800" cy="323850"/>
            </a:xfrm>
            <a:prstGeom prst="roundRect">
              <a:avLst>
                <a:gd name="adj" fmla="val 23529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48300" y="5657850"/>
              <a:ext cx="2209800" cy="323850"/>
            </a:xfrm>
            <a:prstGeom prst="roundRect">
              <a:avLst>
                <a:gd name="adj" fmla="val 23529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72400" y="5657850"/>
              <a:ext cx="2209800" cy="323850"/>
            </a:xfrm>
            <a:prstGeom prst="roundRect">
              <a:avLst>
                <a:gd name="adj" fmla="val 23529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805750" y="5747385"/>
              <a:ext cx="1985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45839" y="57473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贝斯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69939" y="57473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吉他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94039" y="57473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1970" y="6265545"/>
            <a:ext cx="11090910" cy="182880"/>
            <a:chOff x="521970" y="6265545"/>
            <a:chExt cx="11090910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521970" y="6265545"/>
              <a:ext cx="32110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方案 · 从玩具式输入到结构化编曲，始终 preview-first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3" grpId="0"/>
      <p:bldP spid="40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5A3D">
                    <a:alpha val="24000"/>
                  </a:srgbClr>
                </a:gs>
                <a:gs pos="55000">
                  <a:srgbClr val="5C7CFA">
                    <a:alpha val="20000"/>
                  </a:srgbClr>
                </a:gs>
                <a:gs pos="100000">
                  <a:srgbClr val="20C997">
                    <a:alpha val="22000"/>
                  </a:srgb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72440" y="635318"/>
            <a:ext cx="5242560" cy="3727132"/>
            <a:chOff x="472440" y="635318"/>
            <a:chExt cx="5242560" cy="3727132"/>
          </a:xfrm>
        </p:grpSpPr>
        <p:sp>
          <p:nvSpPr>
            <p:cNvPr id="5" name="TextBox 5"/>
            <p:cNvSpPr txBox="1"/>
            <p:nvPr/>
          </p:nvSpPr>
          <p:spPr>
            <a:xfrm>
              <a:off x="516255" y="635318"/>
              <a:ext cx="1244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60 秒评委演示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72440" y="1158240"/>
              <a:ext cx="5242560" cy="17183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850"/>
                </a:lnSpc>
              </a:pPr>
              <a:r>
                <a:rPr lang="zh-CN" sz="480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我敲了几下，</a:t>
              </a:r>
              <a:r>
                <a:rPr lang="zh-CN" sz="480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它变成一支乐队。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8640" y="2758440"/>
              <a:ext cx="3166110" cy="689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rgbClr val="FFF7E8">
                      <a:alphaMod val="82000"/>
                    </a:srgbClr>
                  </a:solidFill>
                  <a:latin typeface="Arial"/>
                  <a:ea typeface="Microsoft YaHei"/>
                  <a:cs typeface="Arial"/>
                </a:rPr>
                <a:t>这句话，就是评委回忆项目时</a:t>
              </a:r>
              <a:r>
                <a:rPr lang="zh-CN" sz="1800" b="1" dirty="0">
                  <a:solidFill>
                    <a:srgbClr val="FFF7E8">
                      <a:alphaMod val="82000"/>
                    </a:srgbClr>
                  </a:solidFill>
                  <a:latin typeface="Arial"/>
                  <a:ea typeface="Microsoft YaHei"/>
                  <a:cs typeface="Arial"/>
                </a:rPr>
                <a:t>最容易复述的瞬间。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3676650"/>
              <a:ext cx="4095750" cy="685800"/>
            </a:xfrm>
            <a:prstGeom prst="roundRect">
              <a:avLst>
                <a:gd name="adj" fmla="val 11111"/>
              </a:avLst>
            </a:prstGeom>
            <a:solidFill>
              <a:srgbClr val="FFF7E8">
                <a:alpha val="12000"/>
              </a:srgbClr>
            </a:solidFill>
            <a:ln w="9525">
              <a:solidFill>
                <a:srgbClr val="FFF7E8">
                  <a:alpha val="22000"/>
                </a:srgbClr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70347" y="3880247"/>
              <a:ext cx="278606" cy="278606"/>
              <a:chOff x="870347" y="3880247"/>
              <a:chExt cx="278606" cy="27860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1062" y="38909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128588" y="0"/>
                    </a:moveTo>
                    <a:cubicBezTo>
                      <a:pt x="57571" y="0"/>
                      <a:pt x="0" y="57571"/>
                      <a:pt x="0" y="128588"/>
                    </a:cubicBez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lose/>
                    <a:moveTo>
                      <a:pt x="107156" y="171450"/>
                    </a:moveTo>
                    <a:lnTo>
                      <a:pt x="107156" y="85725"/>
                    </a:lnTo>
                    <a:lnTo>
                      <a:pt x="171450" y="128588"/>
                    </a:lnTo>
                    <a:close/>
                  </a:path>
                </a:pathLst>
              </a:custGeom>
              <a:solidFill>
                <a:srgbClr val="20C9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0347" y="3880247"/>
                <a:ext cx="278606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78606">
                    <a:moveTo>
                      <a:pt x="139303" y="0"/>
                    </a:moveTo>
                    <a:cubicBezTo>
                      <a:pt x="62368" y="0"/>
                      <a:pt x="0" y="62368"/>
                      <a:pt x="0" y="139303"/>
                    </a:cubicBezTo>
                    <a:cubicBezTo>
                      <a:pt x="0" y="216238"/>
                      <a:pt x="62368" y="278606"/>
                      <a:pt x="139303" y="278606"/>
                    </a:cubicBezTo>
                    <a:cubicBezTo>
                      <a:pt x="216238" y="278606"/>
                      <a:pt x="278606" y="216238"/>
                      <a:pt x="278606" y="139303"/>
                    </a:cubicBezTo>
                    <a:cubicBezTo>
                      <a:pt x="278525" y="62402"/>
                      <a:pt x="216204" y="81"/>
                      <a:pt x="139303" y="0"/>
                    </a:cubicBezTo>
                    <a:close/>
                    <a:moveTo>
                      <a:pt x="139303" y="257175"/>
                    </a:moveTo>
                    <a:cubicBezTo>
                      <a:pt x="74204" y="257175"/>
                      <a:pt x="21431" y="204402"/>
                      <a:pt x="21431" y="139303"/>
                    </a:cubicBezTo>
                    <a:cubicBezTo>
                      <a:pt x="21431" y="74204"/>
                      <a:pt x="74204" y="21431"/>
                      <a:pt x="139303" y="21431"/>
                    </a:cubicBezTo>
                    <a:cubicBezTo>
                      <a:pt x="204402" y="21431"/>
                      <a:pt x="257175" y="74204"/>
                      <a:pt x="257175" y="139303"/>
                    </a:cubicBezTo>
                    <a:cubicBezTo>
                      <a:pt x="257101" y="204371"/>
                      <a:pt x="204371" y="257101"/>
                      <a:pt x="139303" y="257175"/>
                    </a:cubicBezTo>
                    <a:close/>
                    <a:moveTo>
                      <a:pt x="188113" y="130382"/>
                    </a:moveTo>
                    <a:lnTo>
                      <a:pt x="123819" y="87520"/>
                    </a:lnTo>
                    <a:cubicBezTo>
                      <a:pt x="120530" y="85325"/>
                      <a:pt x="116300" y="85121"/>
                      <a:pt x="112814" y="86987"/>
                    </a:cubicBezTo>
                    <a:cubicBezTo>
                      <a:pt x="109329" y="88853"/>
                      <a:pt x="107154" y="92487"/>
                      <a:pt x="107156" y="96441"/>
                    </a:cubicBezTo>
                    <a:lnTo>
                      <a:pt x="107156" y="182166"/>
                    </a:lnTo>
                    <a:cubicBezTo>
                      <a:pt x="107154" y="186119"/>
                      <a:pt x="109329" y="189753"/>
                      <a:pt x="112814" y="191620"/>
                    </a:cubicBezTo>
                    <a:cubicBezTo>
                      <a:pt x="116300" y="193486"/>
                      <a:pt x="120530" y="193281"/>
                      <a:pt x="123819" y="191086"/>
                    </a:cubicBezTo>
                    <a:lnTo>
                      <a:pt x="188113" y="148224"/>
                    </a:lnTo>
                    <a:cubicBezTo>
                      <a:pt x="191098" y="146237"/>
                      <a:pt x="192892" y="142889"/>
                      <a:pt x="192892" y="139303"/>
                    </a:cubicBezTo>
                    <a:cubicBezTo>
                      <a:pt x="192892" y="135717"/>
                      <a:pt x="191098" y="132369"/>
                      <a:pt x="188113" y="130382"/>
                    </a:cubicBezTo>
                    <a:close/>
                    <a:moveTo>
                      <a:pt x="128588" y="162141"/>
                    </a:moveTo>
                    <a:lnTo>
                      <a:pt x="128588" y="116532"/>
                    </a:lnTo>
                    <a:lnTo>
                      <a:pt x="162851" y="139303"/>
                    </a:lnTo>
                    <a:close/>
                  </a:path>
                </a:pathLst>
              </a:custGeom>
              <a:solidFill>
                <a:srgbClr val="20C997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38262" y="38409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在线演示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35405" y="4083368"/>
              <a:ext cx="3077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Consolas"/>
                  <a:ea typeface="Microsoft YaHei"/>
                  <a:cs typeface="Consolas"/>
                </a:rPr>
                <a:t>https://wenwen.zone/playband/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62650" y="647700"/>
            <a:ext cx="5410200" cy="4076700"/>
            <a:chOff x="5962650" y="647700"/>
            <a:chExt cx="5410200" cy="4076700"/>
          </a:xfrm>
        </p:grpSpPr>
        <p:sp>
          <p:nvSpPr>
            <p:cNvPr id="15" name="Rectangle 15"/>
            <p:cNvSpPr/>
            <p:nvPr/>
          </p:nvSpPr>
          <p:spPr>
            <a:xfrm>
              <a:off x="5962650" y="647700"/>
              <a:ext cx="5410200" cy="4076700"/>
            </a:xfrm>
            <a:prstGeom prst="roundRect">
              <a:avLst>
                <a:gd name="adj" fmla="val 2336"/>
              </a:avLst>
            </a:prstGeom>
            <a:solidFill>
              <a:srgbClr val="FFF7E8"/>
            </a:solidFill>
            <a:ln w="19050">
              <a:solidFill>
                <a:srgbClr val="FFF7E8">
                  <a:alpha val="42000"/>
                </a:srgbClr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1250" y="876300"/>
              <a:ext cx="4953000" cy="3619500"/>
            </a:xfrm>
            <a:prstGeom prst="roundRect">
              <a:avLst>
                <a:gd name="adj" fmla="val 2105"/>
              </a:avLst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6553200" y="3848100"/>
              <a:ext cx="3200400" cy="495300"/>
            </a:xfrm>
            <a:prstGeom prst="roundRect">
              <a:avLst>
                <a:gd name="adj" fmla="val 15385"/>
              </a:avLst>
            </a:prstGeom>
            <a:solidFill>
              <a:srgbClr val="24212B">
                <a:alpha val="88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789539" y="3952280"/>
              <a:ext cx="232172" cy="241102"/>
              <a:chOff x="6789539" y="3952280"/>
              <a:chExt cx="232172" cy="24110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798469" y="4005858"/>
                <a:ext cx="214312" cy="178594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78594">
                    <a:moveTo>
                      <a:pt x="187523" y="0"/>
                    </a:moveTo>
                    <a:lnTo>
                      <a:pt x="26789" y="0"/>
                    </a:lnTo>
                    <a:cubicBezTo>
                      <a:pt x="11994" y="0"/>
                      <a:pt x="0" y="11994"/>
                      <a:pt x="0" y="26789"/>
                    </a:cubicBezTo>
                    <a:lnTo>
                      <a:pt x="0" y="151805"/>
                    </a:lnTo>
                    <a:cubicBezTo>
                      <a:pt x="0" y="166600"/>
                      <a:pt x="11994" y="178594"/>
                      <a:pt x="26789" y="178594"/>
                    </a:cubicBezTo>
                    <a:lnTo>
                      <a:pt x="187523" y="178594"/>
                    </a:lnTo>
                    <a:cubicBezTo>
                      <a:pt x="202319" y="178594"/>
                      <a:pt x="214312" y="166600"/>
                      <a:pt x="214312" y="151805"/>
                    </a:cubicBezTo>
                    <a:lnTo>
                      <a:pt x="214312" y="26789"/>
                    </a:lnTo>
                    <a:cubicBezTo>
                      <a:pt x="214312" y="11994"/>
                      <a:pt x="202319" y="0"/>
                      <a:pt x="187523" y="0"/>
                    </a:cubicBezTo>
                    <a:close/>
                    <a:moveTo>
                      <a:pt x="147340" y="142875"/>
                    </a:moveTo>
                    <a:lnTo>
                      <a:pt x="66973" y="142875"/>
                    </a:lnTo>
                    <a:cubicBezTo>
                      <a:pt x="54643" y="142875"/>
                      <a:pt x="44648" y="132880"/>
                      <a:pt x="44648" y="120551"/>
                    </a:cubicBezTo>
                    <a:cubicBezTo>
                      <a:pt x="44648" y="108221"/>
                      <a:pt x="54643" y="98227"/>
                      <a:pt x="66973" y="98227"/>
                    </a:cubicBezTo>
                    <a:lnTo>
                      <a:pt x="147340" y="98227"/>
                    </a:lnTo>
                    <a:cubicBezTo>
                      <a:pt x="159669" y="98227"/>
                      <a:pt x="169664" y="108221"/>
                      <a:pt x="169664" y="120551"/>
                    </a:cubicBezTo>
                    <a:cubicBezTo>
                      <a:pt x="169664" y="132880"/>
                      <a:pt x="159669" y="142875"/>
                      <a:pt x="147340" y="142875"/>
                    </a:cubicBezTo>
                    <a:close/>
                  </a:path>
                </a:pathLst>
              </a:custGeom>
              <a:solidFill>
                <a:srgbClr val="FFD43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789539" y="3952280"/>
                <a:ext cx="232172" cy="241102"/>
              </a:xfrm>
              <a:custGeom>
                <a:avLst/>
                <a:gdLst/>
                <a:ahLst/>
                <a:cxnLst/>
                <a:rect l="l" t="t" r="r" b="b"/>
                <a:pathLst>
                  <a:path w="232172" h="241102">
                    <a:moveTo>
                      <a:pt x="196453" y="44648"/>
                    </a:moveTo>
                    <a:lnTo>
                      <a:pt x="125016" y="44648"/>
                    </a:lnTo>
                    <a:lnTo>
                      <a:pt x="125016" y="8930"/>
                    </a:lnTo>
                    <a:cubicBezTo>
                      <a:pt x="125016" y="3998"/>
                      <a:pt x="121018" y="0"/>
                      <a:pt x="116086" y="0"/>
                    </a:cubicBezTo>
                    <a:cubicBezTo>
                      <a:pt x="111154" y="0"/>
                      <a:pt x="107156" y="3998"/>
                      <a:pt x="107156" y="8930"/>
                    </a:cubicBezTo>
                    <a:lnTo>
                      <a:pt x="107156" y="44648"/>
                    </a:lnTo>
                    <a:lnTo>
                      <a:pt x="35719" y="44648"/>
                    </a:lnTo>
                    <a:cubicBezTo>
                      <a:pt x="15992" y="44648"/>
                      <a:pt x="0" y="60640"/>
                      <a:pt x="0" y="80367"/>
                    </a:cubicBezTo>
                    <a:lnTo>
                      <a:pt x="0" y="205383"/>
                    </a:lnTo>
                    <a:cubicBezTo>
                      <a:pt x="0" y="225110"/>
                      <a:pt x="15992" y="241102"/>
                      <a:pt x="35719" y="241102"/>
                    </a:cubicBezTo>
                    <a:lnTo>
                      <a:pt x="196453" y="241102"/>
                    </a:lnTo>
                    <a:cubicBezTo>
                      <a:pt x="216180" y="241102"/>
                      <a:pt x="232172" y="225110"/>
                      <a:pt x="232172" y="205383"/>
                    </a:cubicBezTo>
                    <a:lnTo>
                      <a:pt x="232172" y="80367"/>
                    </a:lnTo>
                    <a:cubicBezTo>
                      <a:pt x="232172" y="60640"/>
                      <a:pt x="216180" y="44648"/>
                      <a:pt x="196453" y="44648"/>
                    </a:cubicBezTo>
                    <a:close/>
                    <a:moveTo>
                      <a:pt x="214312" y="205383"/>
                    </a:moveTo>
                    <a:cubicBezTo>
                      <a:pt x="214312" y="215246"/>
                      <a:pt x="206317" y="223242"/>
                      <a:pt x="196453" y="223242"/>
                    </a:cubicBezTo>
                    <a:lnTo>
                      <a:pt x="35719" y="223242"/>
                    </a:lnTo>
                    <a:cubicBezTo>
                      <a:pt x="25855" y="223242"/>
                      <a:pt x="17859" y="215246"/>
                      <a:pt x="17859" y="205383"/>
                    </a:cubicBezTo>
                    <a:lnTo>
                      <a:pt x="17859" y="80367"/>
                    </a:lnTo>
                    <a:cubicBezTo>
                      <a:pt x="17859" y="70504"/>
                      <a:pt x="25855" y="62508"/>
                      <a:pt x="35719" y="62508"/>
                    </a:cubicBezTo>
                    <a:lnTo>
                      <a:pt x="196453" y="62508"/>
                    </a:lnTo>
                    <a:cubicBezTo>
                      <a:pt x="206317" y="62508"/>
                      <a:pt x="214312" y="70504"/>
                      <a:pt x="214312" y="80367"/>
                    </a:cubicBezTo>
                    <a:close/>
                    <a:moveTo>
                      <a:pt x="156270" y="142875"/>
                    </a:moveTo>
                    <a:lnTo>
                      <a:pt x="75902" y="142875"/>
                    </a:lnTo>
                    <a:cubicBezTo>
                      <a:pt x="58641" y="142875"/>
                      <a:pt x="44648" y="156868"/>
                      <a:pt x="44648" y="174129"/>
                    </a:cubicBezTo>
                    <a:cubicBezTo>
                      <a:pt x="44648" y="191390"/>
                      <a:pt x="58641" y="205383"/>
                      <a:pt x="75902" y="205383"/>
                    </a:cubicBezTo>
                    <a:lnTo>
                      <a:pt x="156270" y="205383"/>
                    </a:lnTo>
                    <a:cubicBezTo>
                      <a:pt x="173531" y="205383"/>
                      <a:pt x="187523" y="191390"/>
                      <a:pt x="187523" y="174129"/>
                    </a:cubicBezTo>
                    <a:cubicBezTo>
                      <a:pt x="187523" y="156868"/>
                      <a:pt x="173531" y="142875"/>
                      <a:pt x="156270" y="142875"/>
                    </a:cubicBezTo>
                    <a:close/>
                    <a:moveTo>
                      <a:pt x="125016" y="160734"/>
                    </a:moveTo>
                    <a:lnTo>
                      <a:pt x="125016" y="187523"/>
                    </a:lnTo>
                    <a:lnTo>
                      <a:pt x="107156" y="187523"/>
                    </a:lnTo>
                    <a:lnTo>
                      <a:pt x="107156" y="160734"/>
                    </a:lnTo>
                    <a:close/>
                    <a:moveTo>
                      <a:pt x="62508" y="174129"/>
                    </a:moveTo>
                    <a:cubicBezTo>
                      <a:pt x="62508" y="166731"/>
                      <a:pt x="68505" y="160734"/>
                      <a:pt x="75902" y="160734"/>
                    </a:cubicBezTo>
                    <a:lnTo>
                      <a:pt x="89297" y="160734"/>
                    </a:lnTo>
                    <a:lnTo>
                      <a:pt x="89297" y="187523"/>
                    </a:lnTo>
                    <a:lnTo>
                      <a:pt x="75902" y="187523"/>
                    </a:lnTo>
                    <a:cubicBezTo>
                      <a:pt x="68505" y="187523"/>
                      <a:pt x="62508" y="181527"/>
                      <a:pt x="62508" y="174129"/>
                    </a:cubicBezTo>
                    <a:close/>
                    <a:moveTo>
                      <a:pt x="156270" y="187523"/>
                    </a:moveTo>
                    <a:lnTo>
                      <a:pt x="142875" y="187523"/>
                    </a:lnTo>
                    <a:lnTo>
                      <a:pt x="142875" y="160734"/>
                    </a:lnTo>
                    <a:lnTo>
                      <a:pt x="156270" y="160734"/>
                    </a:lnTo>
                    <a:cubicBezTo>
                      <a:pt x="163667" y="160734"/>
                      <a:pt x="169664" y="166731"/>
                      <a:pt x="169664" y="174129"/>
                    </a:cubicBezTo>
                    <a:cubicBezTo>
                      <a:pt x="169664" y="181527"/>
                      <a:pt x="163667" y="187523"/>
                      <a:pt x="156270" y="187523"/>
                    </a:cubicBezTo>
                    <a:close/>
                    <a:moveTo>
                      <a:pt x="53578" y="111621"/>
                    </a:moveTo>
                    <a:cubicBezTo>
                      <a:pt x="53578" y="104223"/>
                      <a:pt x="59575" y="98227"/>
                      <a:pt x="66973" y="98227"/>
                    </a:cubicBezTo>
                    <a:cubicBezTo>
                      <a:pt x="74370" y="98227"/>
                      <a:pt x="80367" y="104223"/>
                      <a:pt x="80367" y="111621"/>
                    </a:cubicBezTo>
                    <a:cubicBezTo>
                      <a:pt x="80367" y="119019"/>
                      <a:pt x="74370" y="125016"/>
                      <a:pt x="66973" y="125016"/>
                    </a:cubicBezTo>
                    <a:cubicBezTo>
                      <a:pt x="59575" y="125016"/>
                      <a:pt x="53578" y="119019"/>
                      <a:pt x="53578" y="111621"/>
                    </a:cubicBezTo>
                    <a:close/>
                    <a:moveTo>
                      <a:pt x="151805" y="111621"/>
                    </a:moveTo>
                    <a:cubicBezTo>
                      <a:pt x="151805" y="104223"/>
                      <a:pt x="157802" y="98227"/>
                      <a:pt x="165199" y="98227"/>
                    </a:cubicBezTo>
                    <a:cubicBezTo>
                      <a:pt x="172597" y="98227"/>
                      <a:pt x="178594" y="104223"/>
                      <a:pt x="178594" y="111621"/>
                    </a:cubicBezTo>
                    <a:cubicBezTo>
                      <a:pt x="178594" y="119019"/>
                      <a:pt x="172597" y="125016"/>
                      <a:pt x="165199" y="125016"/>
                    </a:cubicBezTo>
                    <a:cubicBezTo>
                      <a:pt x="157802" y="125016"/>
                      <a:pt x="151805" y="119019"/>
                      <a:pt x="151805" y="111621"/>
                    </a:cubicBezTo>
                    <a:close/>
                  </a:path>
                </a:pathLst>
              </a:custGeom>
              <a:solidFill>
                <a:srgbClr val="FFD43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164705" y="4007168"/>
              <a:ext cx="28696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候选编曲先试听，再决定是否应用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" y="5257800"/>
            <a:ext cx="10915650" cy="666750"/>
            <a:chOff x="742950" y="5257800"/>
            <a:chExt cx="10915650" cy="666750"/>
          </a:xfrm>
        </p:grpSpPr>
        <p:sp>
          <p:nvSpPr>
            <p:cNvPr id="23" name="Rectangle 23"/>
            <p:cNvSpPr/>
            <p:nvPr/>
          </p:nvSpPr>
          <p:spPr>
            <a:xfrm>
              <a:off x="742950" y="5257800"/>
              <a:ext cx="2362200" cy="666750"/>
            </a:xfrm>
            <a:prstGeom prst="roundRect">
              <a:avLst>
                <a:gd name="adj" fmla="val 11429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4412" y="54221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71600" y="54768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敲一段短鼓点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181350" y="5591175"/>
              <a:ext cx="590550" cy="1"/>
            </a:xfrm>
            <a:prstGeom prst="line">
              <a:avLst/>
            </a:prstGeom>
            <a:noFill/>
            <a:ln w="38100">
              <a:solidFill>
                <a:srgbClr val="FFD43B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905250" y="5257800"/>
              <a:ext cx="2362200" cy="666750"/>
            </a:xfrm>
            <a:prstGeom prst="roundRect">
              <a:avLst>
                <a:gd name="adj" fmla="val 11429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76712" y="54221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212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3900" y="5476875"/>
              <a:ext cx="1130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捕捉进 MIDI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343650" y="5591175"/>
              <a:ext cx="590550" cy="1"/>
            </a:xfrm>
            <a:prstGeom prst="line">
              <a:avLst/>
            </a:prstGeom>
            <a:noFill/>
            <a:ln w="38100">
              <a:solidFill>
                <a:srgbClr val="FFD43B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67550" y="5257800"/>
              <a:ext cx="2362200" cy="666750"/>
            </a:xfrm>
            <a:prstGeom prst="roundRect">
              <a:avLst>
                <a:gd name="adj" fmla="val 11429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39012" y="54221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96200" y="54768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补全整支乐队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505950" y="5591175"/>
              <a:ext cx="590550" cy="1"/>
            </a:xfrm>
            <a:prstGeom prst="line">
              <a:avLst/>
            </a:prstGeom>
            <a:noFill/>
            <a:ln w="38100">
              <a:solidFill>
                <a:srgbClr val="FFD43B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229850" y="5257800"/>
              <a:ext cx="1428750" cy="666750"/>
            </a:xfrm>
            <a:prstGeom prst="roundRect">
              <a:avLst>
                <a:gd name="adj" fmla="val 11429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25112" y="54221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212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63250" y="5476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继续指挥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1970" y="6322695"/>
            <a:ext cx="11090910" cy="182880"/>
            <a:chOff x="521970" y="6322695"/>
            <a:chExt cx="11090910" cy="182880"/>
          </a:xfrm>
        </p:grpSpPr>
        <p:sp>
          <p:nvSpPr>
            <p:cNvPr id="39" name="TextBox 39"/>
            <p:cNvSpPr txBox="1"/>
            <p:nvPr/>
          </p:nvSpPr>
          <p:spPr>
            <a:xfrm>
              <a:off x="521970" y="6322695"/>
              <a:ext cx="3261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7E8">
                      <a:alphaMod val="57999"/>
                    </a:srgbClr>
                  </a:solidFill>
                  <a:latin typeface="Arial"/>
                  <a:ea typeface="Microsoft YaHei"/>
                  <a:cs typeface="Arial"/>
                </a:rPr>
                <a:t>演示 · 敲种子 → MIDI clip → Agent 候选 → 应用 → 继续指挥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51403" y="63226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F7E8">
                      <a:alphaMod val="57999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5C7CFA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63150" y="57150"/>
              <a:ext cx="1828800" cy="1828800"/>
            </a:xfrm>
            <a:prstGeom prst="ellipse">
              <a:avLst/>
            </a:prstGeom>
            <a:solidFill>
              <a:srgbClr val="FFD43B">
                <a:alpha val="24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87680" y="673418"/>
            <a:ext cx="8120000" cy="1362551"/>
            <a:chOff x="487680" y="673418"/>
            <a:chExt cx="8120000" cy="1362551"/>
          </a:xfrm>
        </p:grpSpPr>
        <p:sp>
          <p:nvSpPr>
            <p:cNvPr id="6" name="TextBox 6"/>
            <p:cNvSpPr txBox="1"/>
            <p:nvPr/>
          </p:nvSpPr>
          <p:spPr>
            <a:xfrm>
              <a:off x="535305" y="673418"/>
              <a:ext cx="9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C7CFA"/>
                  </a:solidFill>
                  <a:latin typeface="Arial"/>
                  <a:ea typeface="Microsoft YaHei"/>
                  <a:cs typeface="Arial"/>
                </a:rPr>
                <a:t>Agent 核心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7680" y="1078230"/>
              <a:ext cx="719872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它不是“生成器”，而是音乐导演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1498" y="1715929"/>
              <a:ext cx="805618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用户不是把创作交出去，而是在和一个会听、会补、会解释、会改的 Agent 合作。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2438400"/>
            <a:ext cx="5810250" cy="2076450"/>
            <a:chOff x="666750" y="2438400"/>
            <a:chExt cx="5810250" cy="2076450"/>
          </a:xfrm>
        </p:grpSpPr>
        <p:sp>
          <p:nvSpPr>
            <p:cNvPr id="10" name="Rectangle 10"/>
            <p:cNvSpPr/>
            <p:nvPr/>
          </p:nvSpPr>
          <p:spPr>
            <a:xfrm>
              <a:off x="666750" y="2438400"/>
              <a:ext cx="1314450" cy="1123950"/>
            </a:xfrm>
            <a:prstGeom prst="roundRect">
              <a:avLst>
                <a:gd name="adj" fmla="val 6780"/>
              </a:avLst>
            </a:prstGeom>
            <a:solidFill>
              <a:srgbClr val="FF5A3D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34682" y="2658682"/>
              <a:ext cx="339653" cy="339344"/>
              <a:chOff x="1134682" y="2658682"/>
              <a:chExt cx="339653" cy="33934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85736" y="2709782"/>
                <a:ext cx="275849" cy="276931"/>
              </a:xfrm>
              <a:custGeom>
                <a:avLst/>
                <a:gdLst/>
                <a:ahLst/>
                <a:cxnLst/>
                <a:rect l="l" t="t" r="r" b="b"/>
                <a:pathLst>
                  <a:path w="275849" h="276931">
                    <a:moveTo>
                      <a:pt x="272100" y="252269"/>
                    </a:moveTo>
                    <a:lnTo>
                      <a:pt x="252316" y="272053"/>
                    </a:lnTo>
                    <a:cubicBezTo>
                      <a:pt x="247435" y="276931"/>
                      <a:pt x="239524" y="276931"/>
                      <a:pt x="234642" y="272053"/>
                    </a:cubicBezTo>
                    <a:lnTo>
                      <a:pt x="156992" y="194450"/>
                    </a:lnTo>
                    <a:cubicBezTo>
                      <a:pt x="154068" y="191519"/>
                      <a:pt x="149884" y="190226"/>
                      <a:pt x="145817" y="190995"/>
                    </a:cubicBezTo>
                    <a:cubicBezTo>
                      <a:pt x="141750" y="191765"/>
                      <a:pt x="138327" y="194498"/>
                      <a:pt x="136677" y="198294"/>
                    </a:cubicBezTo>
                    <a:lnTo>
                      <a:pt x="106267" y="268256"/>
                    </a:lnTo>
                    <a:cubicBezTo>
                      <a:pt x="104149" y="272918"/>
                      <a:pt x="99402" y="275817"/>
                      <a:pt x="94287" y="275573"/>
                    </a:cubicBezTo>
                    <a:cubicBezTo>
                      <a:pt x="89173" y="275328"/>
                      <a:pt x="84724" y="271989"/>
                      <a:pt x="83061" y="267146"/>
                    </a:cubicBezTo>
                    <a:lnTo>
                      <a:pt x="1363" y="16990"/>
                    </a:lnTo>
                    <a:cubicBezTo>
                      <a:pt x="0" y="12563"/>
                      <a:pt x="1196" y="7746"/>
                      <a:pt x="4471" y="4471"/>
                    </a:cubicBezTo>
                    <a:cubicBezTo>
                      <a:pt x="7746" y="1196"/>
                      <a:pt x="12563" y="0"/>
                      <a:pt x="16990" y="1363"/>
                    </a:cubicBezTo>
                    <a:lnTo>
                      <a:pt x="267177" y="82998"/>
                    </a:lnTo>
                    <a:cubicBezTo>
                      <a:pt x="272020" y="84661"/>
                      <a:pt x="275359" y="89110"/>
                      <a:pt x="275604" y="94225"/>
                    </a:cubicBezTo>
                    <a:cubicBezTo>
                      <a:pt x="275849" y="99340"/>
                      <a:pt x="272949" y="104086"/>
                      <a:pt x="268287" y="106204"/>
                    </a:cubicBezTo>
                    <a:lnTo>
                      <a:pt x="198325" y="136630"/>
                    </a:lnTo>
                    <a:cubicBezTo>
                      <a:pt x="194532" y="138284"/>
                      <a:pt x="191802" y="141708"/>
                      <a:pt x="191036" y="145774"/>
                    </a:cubicBezTo>
                    <a:cubicBezTo>
                      <a:pt x="190269" y="149841"/>
                      <a:pt x="191565" y="154024"/>
                      <a:pt x="194497" y="156945"/>
                    </a:cubicBezTo>
                    <a:lnTo>
                      <a:pt x="272116" y="234564"/>
                    </a:lnTo>
                    <a:cubicBezTo>
                      <a:pt x="274466" y="236912"/>
                      <a:pt x="275785" y="240098"/>
                      <a:pt x="275782" y="243420"/>
                    </a:cubicBezTo>
                    <a:cubicBezTo>
                      <a:pt x="275779" y="246742"/>
                      <a:pt x="274454" y="249926"/>
                      <a:pt x="272100" y="252269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34682" y="2658682"/>
                <a:ext cx="339653" cy="339344"/>
              </a:xfrm>
              <a:custGeom>
                <a:avLst/>
                <a:gdLst/>
                <a:ahLst/>
                <a:cxnLst/>
                <a:rect l="l" t="t" r="r" b="b"/>
                <a:pathLst>
                  <a:path w="339653" h="339344">
                    <a:moveTo>
                      <a:pt x="254363" y="199185"/>
                    </a:moveTo>
                    <a:lnTo>
                      <a:pt x="324325" y="168774"/>
                    </a:lnTo>
                    <a:cubicBezTo>
                      <a:pt x="333758" y="164592"/>
                      <a:pt x="339653" y="155043"/>
                      <a:pt x="339165" y="144736"/>
                    </a:cubicBezTo>
                    <a:cubicBezTo>
                      <a:pt x="338677" y="134429"/>
                      <a:pt x="331908" y="125480"/>
                      <a:pt x="322122" y="122206"/>
                    </a:cubicBezTo>
                    <a:lnTo>
                      <a:pt x="71966" y="40524"/>
                    </a:lnTo>
                    <a:cubicBezTo>
                      <a:pt x="63046" y="37665"/>
                      <a:pt x="53277" y="40031"/>
                      <a:pt x="46654" y="46654"/>
                    </a:cubicBezTo>
                    <a:cubicBezTo>
                      <a:pt x="40031" y="53277"/>
                      <a:pt x="37665" y="63046"/>
                      <a:pt x="40524" y="71966"/>
                    </a:cubicBezTo>
                    <a:lnTo>
                      <a:pt x="122206" y="322122"/>
                    </a:lnTo>
                    <a:cubicBezTo>
                      <a:pt x="125363" y="332008"/>
                      <a:pt x="134356" y="338872"/>
                      <a:pt x="144725" y="339311"/>
                    </a:cubicBezTo>
                    <a:lnTo>
                      <a:pt x="145959" y="339311"/>
                    </a:lnTo>
                    <a:cubicBezTo>
                      <a:pt x="155882" y="339344"/>
                      <a:pt x="164863" y="333444"/>
                      <a:pt x="168774" y="324325"/>
                    </a:cubicBezTo>
                    <a:lnTo>
                      <a:pt x="168774" y="324325"/>
                    </a:lnTo>
                    <a:lnTo>
                      <a:pt x="199185" y="254363"/>
                    </a:lnTo>
                    <a:lnTo>
                      <a:pt x="276804" y="331982"/>
                    </a:lnTo>
                    <a:cubicBezTo>
                      <a:pt x="281493" y="336673"/>
                      <a:pt x="287853" y="339308"/>
                      <a:pt x="294486" y="339308"/>
                    </a:cubicBezTo>
                    <a:cubicBezTo>
                      <a:pt x="301118" y="339308"/>
                      <a:pt x="307478" y="336673"/>
                      <a:pt x="312167" y="331982"/>
                    </a:cubicBezTo>
                    <a:lnTo>
                      <a:pt x="331982" y="312167"/>
                    </a:lnTo>
                    <a:cubicBezTo>
                      <a:pt x="336673" y="307478"/>
                      <a:pt x="339308" y="301118"/>
                      <a:pt x="339308" y="294486"/>
                    </a:cubicBezTo>
                    <a:cubicBezTo>
                      <a:pt x="339308" y="287853"/>
                      <a:pt x="336673" y="281493"/>
                      <a:pt x="331982" y="276804"/>
                    </a:cubicBezTo>
                    <a:close/>
                    <a:moveTo>
                      <a:pt x="145787" y="314449"/>
                    </a:moveTo>
                    <a:lnTo>
                      <a:pt x="145881" y="314371"/>
                    </a:lnTo>
                    <a:close/>
                    <a:moveTo>
                      <a:pt x="294478" y="314308"/>
                    </a:moveTo>
                    <a:lnTo>
                      <a:pt x="216874" y="236689"/>
                    </a:lnTo>
                    <a:cubicBezTo>
                      <a:pt x="211023" y="230830"/>
                      <a:pt x="202651" y="228248"/>
                      <a:pt x="194516" y="229794"/>
                    </a:cubicBezTo>
                    <a:cubicBezTo>
                      <a:pt x="186381" y="231339"/>
                      <a:pt x="179539" y="236812"/>
                      <a:pt x="176244" y="244409"/>
                    </a:cubicBezTo>
                    <a:lnTo>
                      <a:pt x="145897" y="314183"/>
                    </a:lnTo>
                    <a:lnTo>
                      <a:pt x="64277" y="64277"/>
                    </a:lnTo>
                    <a:lnTo>
                      <a:pt x="314105" y="145865"/>
                    </a:lnTo>
                    <a:lnTo>
                      <a:pt x="244346" y="176197"/>
                    </a:lnTo>
                    <a:cubicBezTo>
                      <a:pt x="236750" y="179492"/>
                      <a:pt x="231277" y="186334"/>
                      <a:pt x="229731" y="194469"/>
                    </a:cubicBezTo>
                    <a:cubicBezTo>
                      <a:pt x="228186" y="202604"/>
                      <a:pt x="230768" y="210976"/>
                      <a:pt x="236627" y="216827"/>
                    </a:cubicBezTo>
                    <a:lnTo>
                      <a:pt x="314308" y="294478"/>
                    </a:lnTo>
                    <a:close/>
                    <a:moveTo>
                      <a:pt x="126785" y="26772"/>
                    </a:moveTo>
                    <a:lnTo>
                      <a:pt x="126785" y="14271"/>
                    </a:lnTo>
                    <a:cubicBezTo>
                      <a:pt x="126785" y="7366"/>
                      <a:pt x="132382" y="1769"/>
                      <a:pt x="139286" y="1769"/>
                    </a:cubicBezTo>
                    <a:cubicBezTo>
                      <a:pt x="146191" y="1769"/>
                      <a:pt x="151788" y="7366"/>
                      <a:pt x="151788" y="14271"/>
                    </a:cubicBezTo>
                    <a:lnTo>
                      <a:pt x="151788" y="26772"/>
                    </a:lnTo>
                    <a:cubicBezTo>
                      <a:pt x="151788" y="33677"/>
                      <a:pt x="146191" y="39274"/>
                      <a:pt x="139286" y="39274"/>
                    </a:cubicBezTo>
                    <a:cubicBezTo>
                      <a:pt x="132382" y="39274"/>
                      <a:pt x="126785" y="33677"/>
                      <a:pt x="126785" y="26772"/>
                    </a:cubicBezTo>
                    <a:close/>
                    <a:moveTo>
                      <a:pt x="1769" y="139286"/>
                    </a:moveTo>
                    <a:cubicBezTo>
                      <a:pt x="1769" y="132382"/>
                      <a:pt x="7366" y="126785"/>
                      <a:pt x="14271" y="126785"/>
                    </a:cubicBezTo>
                    <a:lnTo>
                      <a:pt x="26772" y="126785"/>
                    </a:lnTo>
                    <a:cubicBezTo>
                      <a:pt x="33677" y="126785"/>
                      <a:pt x="39274" y="132382"/>
                      <a:pt x="39274" y="139286"/>
                    </a:cubicBezTo>
                    <a:cubicBezTo>
                      <a:pt x="39274" y="146191"/>
                      <a:pt x="33677" y="151788"/>
                      <a:pt x="26772" y="151788"/>
                    </a:cubicBezTo>
                    <a:lnTo>
                      <a:pt x="14271" y="151788"/>
                    </a:lnTo>
                    <a:cubicBezTo>
                      <a:pt x="7366" y="151788"/>
                      <a:pt x="1769" y="146191"/>
                      <a:pt x="1769" y="139286"/>
                    </a:cubicBezTo>
                    <a:close/>
                    <a:moveTo>
                      <a:pt x="178119" y="33679"/>
                    </a:moveTo>
                    <a:lnTo>
                      <a:pt x="190621" y="8676"/>
                    </a:lnTo>
                    <a:cubicBezTo>
                      <a:pt x="193711" y="2501"/>
                      <a:pt x="201221" y="0"/>
                      <a:pt x="207397" y="3090"/>
                    </a:cubicBezTo>
                    <a:cubicBezTo>
                      <a:pt x="213572" y="6179"/>
                      <a:pt x="216073" y="13690"/>
                      <a:pt x="212983" y="19865"/>
                    </a:cubicBezTo>
                    <a:lnTo>
                      <a:pt x="200482" y="44868"/>
                    </a:lnTo>
                    <a:cubicBezTo>
                      <a:pt x="198483" y="48863"/>
                      <a:pt x="194505" y="51488"/>
                      <a:pt x="190046" y="51754"/>
                    </a:cubicBezTo>
                    <a:cubicBezTo>
                      <a:pt x="185587" y="52021"/>
                      <a:pt x="181325" y="49888"/>
                      <a:pt x="178865" y="46160"/>
                    </a:cubicBezTo>
                    <a:cubicBezTo>
                      <a:pt x="176405" y="42432"/>
                      <a:pt x="176121" y="37674"/>
                      <a:pt x="178119" y="33679"/>
                    </a:cubicBezTo>
                    <a:close/>
                    <a:moveTo>
                      <a:pt x="50463" y="183698"/>
                    </a:moveTo>
                    <a:cubicBezTo>
                      <a:pt x="51949" y="186665"/>
                      <a:pt x="52194" y="190102"/>
                      <a:pt x="51145" y="193250"/>
                    </a:cubicBezTo>
                    <a:cubicBezTo>
                      <a:pt x="50095" y="196398"/>
                      <a:pt x="47837" y="198999"/>
                      <a:pt x="44868" y="200482"/>
                    </a:cubicBezTo>
                    <a:lnTo>
                      <a:pt x="19865" y="212983"/>
                    </a:lnTo>
                    <a:cubicBezTo>
                      <a:pt x="13690" y="216073"/>
                      <a:pt x="6179" y="213572"/>
                      <a:pt x="3090" y="207397"/>
                    </a:cubicBezTo>
                    <a:cubicBezTo>
                      <a:pt x="0" y="201221"/>
                      <a:pt x="2501" y="193711"/>
                      <a:pt x="8676" y="190621"/>
                    </a:cubicBezTo>
                    <a:lnTo>
                      <a:pt x="33679" y="178119"/>
                    </a:lnTo>
                    <a:cubicBezTo>
                      <a:pt x="36645" y="176632"/>
                      <a:pt x="40079" y="176385"/>
                      <a:pt x="43227" y="177431"/>
                    </a:cubicBezTo>
                    <a:cubicBezTo>
                      <a:pt x="46375" y="178477"/>
                      <a:pt x="48978" y="180732"/>
                      <a:pt x="50463" y="183698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84872" y="31146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听见种子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133600" y="3000375"/>
              <a:ext cx="609600" cy="1"/>
            </a:xfrm>
            <a:prstGeom prst="line">
              <a:avLst/>
            </a:prstGeom>
            <a:noFill/>
            <a:ln w="47625">
              <a:solidFill>
                <a:srgbClr val="5C7CFA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4650" y="2438400"/>
              <a:ext cx="1314450" cy="1123950"/>
            </a:xfrm>
            <a:prstGeom prst="roundRect">
              <a:avLst>
                <a:gd name="adj" fmla="val 6780"/>
              </a:avLst>
            </a:prstGeom>
            <a:solidFill>
              <a:srgbClr val="20C99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391331" y="2684895"/>
              <a:ext cx="318070" cy="342710"/>
              <a:chOff x="3391331" y="2684895"/>
              <a:chExt cx="318070" cy="34271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409355" y="2872978"/>
                <a:ext cx="287536" cy="137517"/>
              </a:xfrm>
              <a:custGeom>
                <a:avLst/>
                <a:gdLst/>
                <a:ahLst/>
                <a:cxnLst/>
                <a:rect l="l" t="t" r="r" b="b"/>
                <a:pathLst>
                  <a:path w="287536" h="137517">
                    <a:moveTo>
                      <a:pt x="287536" y="43755"/>
                    </a:moveTo>
                    <a:cubicBezTo>
                      <a:pt x="287536" y="67921"/>
                      <a:pt x="267946" y="87511"/>
                      <a:pt x="243780" y="87511"/>
                    </a:cubicBezTo>
                    <a:cubicBezTo>
                      <a:pt x="219615" y="87511"/>
                      <a:pt x="200025" y="67921"/>
                      <a:pt x="200025" y="43755"/>
                    </a:cubicBezTo>
                    <a:cubicBezTo>
                      <a:pt x="200025" y="19590"/>
                      <a:pt x="219615" y="0"/>
                      <a:pt x="243780" y="0"/>
                    </a:cubicBezTo>
                    <a:cubicBezTo>
                      <a:pt x="267946" y="0"/>
                      <a:pt x="287536" y="19590"/>
                      <a:pt x="287536" y="43755"/>
                    </a:cubicBezTo>
                    <a:close/>
                    <a:moveTo>
                      <a:pt x="43755" y="50006"/>
                    </a:moveTo>
                    <a:cubicBezTo>
                      <a:pt x="19590" y="50006"/>
                      <a:pt x="0" y="69596"/>
                      <a:pt x="0" y="93762"/>
                    </a:cubicBezTo>
                    <a:cubicBezTo>
                      <a:pt x="0" y="117927"/>
                      <a:pt x="19590" y="137517"/>
                      <a:pt x="43755" y="137517"/>
                    </a:cubicBezTo>
                    <a:cubicBezTo>
                      <a:pt x="67921" y="137517"/>
                      <a:pt x="87511" y="117927"/>
                      <a:pt x="87511" y="93762"/>
                    </a:cubicBezTo>
                    <a:cubicBezTo>
                      <a:pt x="87511" y="69596"/>
                      <a:pt x="67921" y="50006"/>
                      <a:pt x="43755" y="50006"/>
                    </a:cubicBezTo>
                    <a:close/>
                  </a:path>
                </a:pathLst>
              </a:custGeom>
              <a:solidFill>
                <a:srgbClr val="24212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391331" y="2684895"/>
                <a:ext cx="318070" cy="342710"/>
              </a:xfrm>
              <a:custGeom>
                <a:avLst/>
                <a:gdLst/>
                <a:ahLst/>
                <a:cxnLst/>
                <a:rect l="l" t="t" r="r" b="b"/>
                <a:pathLst>
                  <a:path w="318070" h="342710">
                    <a:moveTo>
                      <a:pt x="313248" y="3200"/>
                    </a:moveTo>
                    <a:cubicBezTo>
                      <a:pt x="310213" y="836"/>
                      <a:pt x="306259" y="0"/>
                      <a:pt x="302528" y="934"/>
                    </a:cubicBezTo>
                    <a:lnTo>
                      <a:pt x="102503" y="50941"/>
                    </a:lnTo>
                    <a:cubicBezTo>
                      <a:pt x="96938" y="52331"/>
                      <a:pt x="93034" y="57331"/>
                      <a:pt x="93033" y="63067"/>
                    </a:cubicBezTo>
                    <a:lnTo>
                      <a:pt x="93033" y="235089"/>
                    </a:lnTo>
                    <a:cubicBezTo>
                      <a:pt x="71575" y="220751"/>
                      <a:pt x="43114" y="222853"/>
                      <a:pt x="23994" y="240185"/>
                    </a:cubicBezTo>
                    <a:cubicBezTo>
                      <a:pt x="4875" y="257518"/>
                      <a:pt x="0" y="285637"/>
                      <a:pt x="12170" y="308394"/>
                    </a:cubicBezTo>
                    <a:cubicBezTo>
                      <a:pt x="24339" y="331151"/>
                      <a:pt x="50432" y="342710"/>
                      <a:pt x="75463" y="336432"/>
                    </a:cubicBezTo>
                    <a:cubicBezTo>
                      <a:pt x="100495" y="330155"/>
                      <a:pt x="118045" y="307651"/>
                      <a:pt x="118036" y="281844"/>
                    </a:cubicBezTo>
                    <a:lnTo>
                      <a:pt x="118036" y="147843"/>
                    </a:lnTo>
                    <a:lnTo>
                      <a:pt x="293058" y="104088"/>
                    </a:lnTo>
                    <a:lnTo>
                      <a:pt x="293058" y="185082"/>
                    </a:lnTo>
                    <a:cubicBezTo>
                      <a:pt x="271600" y="170745"/>
                      <a:pt x="243139" y="172846"/>
                      <a:pt x="224019" y="190179"/>
                    </a:cubicBezTo>
                    <a:cubicBezTo>
                      <a:pt x="204900" y="207512"/>
                      <a:pt x="200025" y="235631"/>
                      <a:pt x="212195" y="258388"/>
                    </a:cubicBezTo>
                    <a:cubicBezTo>
                      <a:pt x="224364" y="281145"/>
                      <a:pt x="250457" y="292704"/>
                      <a:pt x="275488" y="286426"/>
                    </a:cubicBezTo>
                    <a:cubicBezTo>
                      <a:pt x="300520" y="280149"/>
                      <a:pt x="318070" y="257645"/>
                      <a:pt x="318061" y="231838"/>
                    </a:cubicBezTo>
                    <a:lnTo>
                      <a:pt x="318061" y="13061"/>
                    </a:lnTo>
                    <a:cubicBezTo>
                      <a:pt x="318062" y="9208"/>
                      <a:pt x="316286" y="5570"/>
                      <a:pt x="313248" y="3200"/>
                    </a:cubicBezTo>
                    <a:close/>
                    <a:moveTo>
                      <a:pt x="61779" y="313098"/>
                    </a:moveTo>
                    <a:cubicBezTo>
                      <a:pt x="44518" y="313098"/>
                      <a:pt x="30525" y="299105"/>
                      <a:pt x="30525" y="281844"/>
                    </a:cubicBezTo>
                    <a:cubicBezTo>
                      <a:pt x="30525" y="264583"/>
                      <a:pt x="44518" y="250590"/>
                      <a:pt x="61779" y="250590"/>
                    </a:cubicBezTo>
                    <a:cubicBezTo>
                      <a:pt x="79040" y="250590"/>
                      <a:pt x="93033" y="264583"/>
                      <a:pt x="93033" y="281844"/>
                    </a:cubicBezTo>
                    <a:cubicBezTo>
                      <a:pt x="93033" y="299105"/>
                      <a:pt x="79040" y="313098"/>
                      <a:pt x="61779" y="313098"/>
                    </a:cubicBezTo>
                    <a:close/>
                    <a:moveTo>
                      <a:pt x="118036" y="122059"/>
                    </a:moveTo>
                    <a:lnTo>
                      <a:pt x="118036" y="72834"/>
                    </a:lnTo>
                    <a:lnTo>
                      <a:pt x="293058" y="29078"/>
                    </a:lnTo>
                    <a:lnTo>
                      <a:pt x="293058" y="78303"/>
                    </a:lnTo>
                    <a:close/>
                    <a:moveTo>
                      <a:pt x="261804" y="263092"/>
                    </a:moveTo>
                    <a:cubicBezTo>
                      <a:pt x="244543" y="263092"/>
                      <a:pt x="230550" y="249099"/>
                      <a:pt x="230550" y="231838"/>
                    </a:cubicBezTo>
                    <a:cubicBezTo>
                      <a:pt x="230550" y="214577"/>
                      <a:pt x="244543" y="200584"/>
                      <a:pt x="261804" y="200584"/>
                    </a:cubicBezTo>
                    <a:cubicBezTo>
                      <a:pt x="279065" y="200584"/>
                      <a:pt x="293058" y="214577"/>
                      <a:pt x="293058" y="231838"/>
                    </a:cubicBezTo>
                    <a:cubicBezTo>
                      <a:pt x="293058" y="249099"/>
                      <a:pt x="279065" y="263092"/>
                      <a:pt x="261804" y="263092"/>
                    </a:cubicBezTo>
                    <a:close/>
                  </a:path>
                </a:pathLst>
              </a:custGeom>
              <a:solidFill>
                <a:srgbClr val="24212B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132772" y="31146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补全乐队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381500" y="3000375"/>
              <a:ext cx="609600" cy="1"/>
            </a:xfrm>
            <a:prstGeom prst="line">
              <a:avLst/>
            </a:prstGeom>
            <a:noFill/>
            <a:ln w="47625">
              <a:solidFill>
                <a:srgbClr val="5C7CFA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162550" y="2438400"/>
              <a:ext cx="1314450" cy="1123950"/>
            </a:xfrm>
            <a:prstGeom prst="roundRect">
              <a:avLst>
                <a:gd name="adj" fmla="val 6780"/>
              </a:avLst>
            </a:prstGeom>
            <a:solidFill>
              <a:srgbClr val="FFD43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657255" y="2660452"/>
              <a:ext cx="325041" cy="337542"/>
              <a:chOff x="5657255" y="2660452"/>
              <a:chExt cx="325041" cy="33754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669756" y="2735461"/>
                <a:ext cx="300038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50031">
                    <a:moveTo>
                      <a:pt x="262533" y="0"/>
                    </a:moveTo>
                    <a:lnTo>
                      <a:pt x="37505" y="0"/>
                    </a:lnTo>
                    <a:cubicBezTo>
                      <a:pt x="16791" y="0"/>
                      <a:pt x="0" y="16791"/>
                      <a:pt x="0" y="37505"/>
                    </a:cubicBezTo>
                    <a:lnTo>
                      <a:pt x="0" y="212527"/>
                    </a:lnTo>
                    <a:cubicBezTo>
                      <a:pt x="0" y="233240"/>
                      <a:pt x="16791" y="250031"/>
                      <a:pt x="37505" y="250031"/>
                    </a:cubicBezTo>
                    <a:lnTo>
                      <a:pt x="262533" y="250031"/>
                    </a:lnTo>
                    <a:cubicBezTo>
                      <a:pt x="283246" y="250031"/>
                      <a:pt x="300038" y="233240"/>
                      <a:pt x="300038" y="212527"/>
                    </a:cubicBezTo>
                    <a:lnTo>
                      <a:pt x="300038" y="37505"/>
                    </a:lnTo>
                    <a:cubicBezTo>
                      <a:pt x="300038" y="16791"/>
                      <a:pt x="283246" y="0"/>
                      <a:pt x="262533" y="0"/>
                    </a:cubicBezTo>
                    <a:close/>
                    <a:moveTo>
                      <a:pt x="206276" y="200025"/>
                    </a:moveTo>
                    <a:lnTo>
                      <a:pt x="93762" y="200025"/>
                    </a:lnTo>
                    <a:cubicBezTo>
                      <a:pt x="76501" y="200025"/>
                      <a:pt x="62508" y="186032"/>
                      <a:pt x="62508" y="168771"/>
                    </a:cubicBezTo>
                    <a:cubicBezTo>
                      <a:pt x="62508" y="151510"/>
                      <a:pt x="76501" y="137517"/>
                      <a:pt x="93762" y="137517"/>
                    </a:cubicBezTo>
                    <a:lnTo>
                      <a:pt x="206276" y="137517"/>
                    </a:lnTo>
                    <a:cubicBezTo>
                      <a:pt x="223537" y="137517"/>
                      <a:pt x="237530" y="151510"/>
                      <a:pt x="237530" y="168771"/>
                    </a:cubicBezTo>
                    <a:cubicBezTo>
                      <a:pt x="237530" y="186032"/>
                      <a:pt x="223537" y="200025"/>
                      <a:pt x="206276" y="200025"/>
                    </a:cubicBezTo>
                    <a:close/>
                  </a:path>
                </a:pathLst>
              </a:custGeom>
              <a:solidFill>
                <a:srgbClr val="24212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657255" y="2660452"/>
                <a:ext cx="325041" cy="337542"/>
              </a:xfrm>
              <a:custGeom>
                <a:avLst/>
                <a:gdLst/>
                <a:ahLst/>
                <a:cxnLst/>
                <a:rect l="l" t="t" r="r" b="b"/>
                <a:pathLst>
                  <a:path w="325041" h="337542">
                    <a:moveTo>
                      <a:pt x="275034" y="62508"/>
                    </a:moveTo>
                    <a:lnTo>
                      <a:pt x="175022" y="62508"/>
                    </a:lnTo>
                    <a:lnTo>
                      <a:pt x="175022" y="12502"/>
                    </a:lnTo>
                    <a:cubicBezTo>
                      <a:pt x="175022" y="5597"/>
                      <a:pt x="169425" y="0"/>
                      <a:pt x="162520" y="0"/>
                    </a:cubicBezTo>
                    <a:cubicBezTo>
                      <a:pt x="155616" y="0"/>
                      <a:pt x="150019" y="5597"/>
                      <a:pt x="150019" y="12502"/>
                    </a:cubicBezTo>
                    <a:lnTo>
                      <a:pt x="150019" y="62508"/>
                    </a:lnTo>
                    <a:lnTo>
                      <a:pt x="50006" y="62508"/>
                    </a:lnTo>
                    <a:cubicBezTo>
                      <a:pt x="22389" y="62508"/>
                      <a:pt x="0" y="84896"/>
                      <a:pt x="0" y="112514"/>
                    </a:cubicBezTo>
                    <a:lnTo>
                      <a:pt x="0" y="287536"/>
                    </a:lnTo>
                    <a:cubicBezTo>
                      <a:pt x="0" y="315154"/>
                      <a:pt x="22389" y="337542"/>
                      <a:pt x="50006" y="337542"/>
                    </a:cubicBezTo>
                    <a:lnTo>
                      <a:pt x="275034" y="337542"/>
                    </a:lnTo>
                    <a:cubicBezTo>
                      <a:pt x="302652" y="337542"/>
                      <a:pt x="325041" y="315154"/>
                      <a:pt x="325041" y="287536"/>
                    </a:cubicBezTo>
                    <a:lnTo>
                      <a:pt x="325041" y="112514"/>
                    </a:lnTo>
                    <a:cubicBezTo>
                      <a:pt x="325041" y="84896"/>
                      <a:pt x="302652" y="62508"/>
                      <a:pt x="275034" y="62508"/>
                    </a:cubicBezTo>
                    <a:close/>
                    <a:moveTo>
                      <a:pt x="300038" y="287536"/>
                    </a:moveTo>
                    <a:cubicBezTo>
                      <a:pt x="300038" y="301345"/>
                      <a:pt x="288843" y="312539"/>
                      <a:pt x="275034" y="312539"/>
                    </a:cubicBezTo>
                    <a:lnTo>
                      <a:pt x="50006" y="312539"/>
                    </a:lnTo>
                    <a:cubicBezTo>
                      <a:pt x="36197" y="312539"/>
                      <a:pt x="25003" y="301345"/>
                      <a:pt x="25003" y="287536"/>
                    </a:cubicBezTo>
                    <a:lnTo>
                      <a:pt x="25003" y="112514"/>
                    </a:lnTo>
                    <a:cubicBezTo>
                      <a:pt x="25003" y="98705"/>
                      <a:pt x="36197" y="87511"/>
                      <a:pt x="50006" y="87511"/>
                    </a:cubicBezTo>
                    <a:lnTo>
                      <a:pt x="275034" y="87511"/>
                    </a:lnTo>
                    <a:cubicBezTo>
                      <a:pt x="288843" y="87511"/>
                      <a:pt x="300038" y="98705"/>
                      <a:pt x="300038" y="112514"/>
                    </a:cubicBezTo>
                    <a:close/>
                    <a:moveTo>
                      <a:pt x="218777" y="200025"/>
                    </a:moveTo>
                    <a:lnTo>
                      <a:pt x="106263" y="200025"/>
                    </a:lnTo>
                    <a:cubicBezTo>
                      <a:pt x="82098" y="200025"/>
                      <a:pt x="62508" y="219615"/>
                      <a:pt x="62508" y="243780"/>
                    </a:cubicBezTo>
                    <a:cubicBezTo>
                      <a:pt x="62508" y="267946"/>
                      <a:pt x="82098" y="287536"/>
                      <a:pt x="106263" y="287536"/>
                    </a:cubicBezTo>
                    <a:lnTo>
                      <a:pt x="218777" y="287536"/>
                    </a:lnTo>
                    <a:cubicBezTo>
                      <a:pt x="242943" y="287536"/>
                      <a:pt x="262533" y="267946"/>
                      <a:pt x="262533" y="243780"/>
                    </a:cubicBezTo>
                    <a:cubicBezTo>
                      <a:pt x="262533" y="219615"/>
                      <a:pt x="242943" y="200025"/>
                      <a:pt x="218777" y="200025"/>
                    </a:cubicBezTo>
                    <a:close/>
                    <a:moveTo>
                      <a:pt x="175022" y="225028"/>
                    </a:moveTo>
                    <a:lnTo>
                      <a:pt x="175022" y="262533"/>
                    </a:lnTo>
                    <a:lnTo>
                      <a:pt x="150019" y="262533"/>
                    </a:lnTo>
                    <a:lnTo>
                      <a:pt x="150019" y="225028"/>
                    </a:lnTo>
                    <a:close/>
                    <a:moveTo>
                      <a:pt x="87511" y="243780"/>
                    </a:moveTo>
                    <a:cubicBezTo>
                      <a:pt x="87511" y="233424"/>
                      <a:pt x="95907" y="225028"/>
                      <a:pt x="106263" y="225028"/>
                    </a:cubicBezTo>
                    <a:lnTo>
                      <a:pt x="125016" y="225028"/>
                    </a:lnTo>
                    <a:lnTo>
                      <a:pt x="125016" y="262533"/>
                    </a:lnTo>
                    <a:lnTo>
                      <a:pt x="106263" y="262533"/>
                    </a:lnTo>
                    <a:cubicBezTo>
                      <a:pt x="95907" y="262533"/>
                      <a:pt x="87511" y="254137"/>
                      <a:pt x="87511" y="243780"/>
                    </a:cubicBezTo>
                    <a:close/>
                    <a:moveTo>
                      <a:pt x="218777" y="262533"/>
                    </a:moveTo>
                    <a:lnTo>
                      <a:pt x="200025" y="262533"/>
                    </a:lnTo>
                    <a:lnTo>
                      <a:pt x="200025" y="225028"/>
                    </a:lnTo>
                    <a:lnTo>
                      <a:pt x="218777" y="225028"/>
                    </a:lnTo>
                    <a:cubicBezTo>
                      <a:pt x="229134" y="225028"/>
                      <a:pt x="237530" y="233424"/>
                      <a:pt x="237530" y="243780"/>
                    </a:cubicBezTo>
                    <a:cubicBezTo>
                      <a:pt x="237530" y="254137"/>
                      <a:pt x="229134" y="262533"/>
                      <a:pt x="218777" y="262533"/>
                    </a:cubicBezTo>
                    <a:close/>
                    <a:moveTo>
                      <a:pt x="75009" y="156270"/>
                    </a:moveTo>
                    <a:cubicBezTo>
                      <a:pt x="75009" y="145913"/>
                      <a:pt x="83405" y="137517"/>
                      <a:pt x="93762" y="137517"/>
                    </a:cubicBezTo>
                    <a:cubicBezTo>
                      <a:pt x="104118" y="137517"/>
                      <a:pt x="112514" y="145913"/>
                      <a:pt x="112514" y="156270"/>
                    </a:cubicBezTo>
                    <a:cubicBezTo>
                      <a:pt x="112514" y="166626"/>
                      <a:pt x="104118" y="175022"/>
                      <a:pt x="93762" y="175022"/>
                    </a:cubicBezTo>
                    <a:cubicBezTo>
                      <a:pt x="83405" y="175022"/>
                      <a:pt x="75009" y="166626"/>
                      <a:pt x="75009" y="156270"/>
                    </a:cubicBezTo>
                    <a:close/>
                    <a:moveTo>
                      <a:pt x="212527" y="156270"/>
                    </a:moveTo>
                    <a:cubicBezTo>
                      <a:pt x="212527" y="145913"/>
                      <a:pt x="220922" y="137517"/>
                      <a:pt x="231279" y="137517"/>
                    </a:cubicBezTo>
                    <a:cubicBezTo>
                      <a:pt x="241636" y="137517"/>
                      <a:pt x="250031" y="145913"/>
                      <a:pt x="250031" y="156270"/>
                    </a:cubicBezTo>
                    <a:cubicBezTo>
                      <a:pt x="250031" y="166626"/>
                      <a:pt x="241636" y="175022"/>
                      <a:pt x="231279" y="175022"/>
                    </a:cubicBezTo>
                    <a:cubicBezTo>
                      <a:pt x="220922" y="175022"/>
                      <a:pt x="212527" y="166626"/>
                      <a:pt x="212527" y="156270"/>
                    </a:cubicBezTo>
                    <a:close/>
                  </a:path>
                </a:pathLst>
              </a:custGeom>
              <a:solidFill>
                <a:srgbClr val="24212B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380672" y="31146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解释变化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1123950" y="3638550"/>
              <a:ext cx="4695825" cy="876300"/>
            </a:xfrm>
            <a:custGeom>
              <a:avLst/>
              <a:gdLst/>
              <a:ahLst/>
              <a:cxnLst/>
              <a:rect l="l" t="t" r="r" b="b"/>
              <a:pathLst>
                <a:path w="4695825" h="876300">
                  <a:moveTo>
                    <a:pt x="4695825" y="114300"/>
                  </a:moveTo>
                  <a:cubicBezTo>
                    <a:pt x="4695825" y="590550"/>
                    <a:pt x="3143250" y="876300"/>
                    <a:pt x="1333500" y="571500"/>
                  </a:cubicBezTo>
                  <a:cubicBezTo>
                    <a:pt x="361950" y="409575"/>
                    <a:pt x="0" y="190500"/>
                    <a:pt x="0" y="0"/>
                  </a:cubicBezTo>
                </a:path>
              </a:pathLst>
            </a:custGeom>
            <a:noFill/>
            <a:ln w="38100">
              <a:solidFill>
                <a:srgbClr val="5C7CFA"/>
              </a:solidFill>
              <a:custDash>
                <a:ds d="200000" sp="175000"/>
              </a:custDash>
              <a:tailEnd type="triangle" w="lg" len="lg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88828" y="4205764"/>
              <a:ext cx="32993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5C7CFA"/>
                  </a:solidFill>
                  <a:latin typeface="Arial"/>
                  <a:ea typeface="Microsoft YaHei"/>
                  <a:cs typeface="Arial"/>
                </a:rPr>
                <a:t>继续说：更快一点 / 更柔一点 / 更像开场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62700" y="971550"/>
            <a:ext cx="4705350" cy="3562350"/>
            <a:chOff x="6362700" y="971550"/>
            <a:chExt cx="4705350" cy="3562350"/>
          </a:xfrm>
        </p:grpSpPr>
        <p:sp>
          <p:nvSpPr>
            <p:cNvPr id="30" name="Rectangle 30"/>
            <p:cNvSpPr/>
            <p:nvPr/>
          </p:nvSpPr>
          <p:spPr>
            <a:xfrm>
              <a:off x="6362700" y="971550"/>
              <a:ext cx="4705350" cy="3562350"/>
            </a:xfrm>
            <a:prstGeom prst="roundRect">
              <a:avLst>
                <a:gd name="adj" fmla="val 2674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91300" y="1200150"/>
              <a:ext cx="4248150" cy="3105150"/>
            </a:xfrm>
            <a:prstGeom prst="roundRect">
              <a:avLst>
                <a:gd name="adj" fmla="val 2453"/>
              </a:avLst>
            </a:prstGeom>
          </p:spPr>
        </p:pic>
        <p:sp>
          <p:nvSpPr>
            <p:cNvPr id="32" name="Rectangle 32"/>
            <p:cNvSpPr/>
            <p:nvPr/>
          </p:nvSpPr>
          <p:spPr>
            <a:xfrm>
              <a:off x="6819900" y="3790950"/>
              <a:ext cx="3067050" cy="400050"/>
            </a:xfrm>
            <a:prstGeom prst="roundRect">
              <a:avLst>
                <a:gd name="adj" fmla="val 19048"/>
              </a:avLst>
            </a:prstGeom>
            <a:solidFill>
              <a:srgbClr val="24212B">
                <a:alpha val="9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51358" y="3910489"/>
              <a:ext cx="21746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多轮音乐指挥是真实主流程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81050" y="4953000"/>
            <a:ext cx="10573131" cy="704850"/>
            <a:chOff x="781050" y="4953000"/>
            <a:chExt cx="10573131" cy="704850"/>
          </a:xfrm>
        </p:grpSpPr>
        <p:sp>
          <p:nvSpPr>
            <p:cNvPr id="35" name="Rectangle 35"/>
            <p:cNvSpPr/>
            <p:nvPr/>
          </p:nvSpPr>
          <p:spPr>
            <a:xfrm>
              <a:off x="781050" y="4953000"/>
              <a:ext cx="30480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11555" y="50930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不是一次性结果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3460" y="537591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每次输出都是候选，用户可试听、拒绝或应用。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71950" y="4953000"/>
              <a:ext cx="30480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02455" y="50930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不是音频黑箱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04360" y="5375910"/>
              <a:ext cx="35189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Agent 修改的是可见、可播放的 MIDI-like 数据。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562850" y="4953000"/>
              <a:ext cx="304800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93355" y="50930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不是替代创作者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95260" y="5375910"/>
              <a:ext cx="35589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它保留人的 taste，把直觉扩成可继续玩的编曲。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1970" y="6265545"/>
            <a:ext cx="11090910" cy="182880"/>
            <a:chOff x="521970" y="6265545"/>
            <a:chExt cx="11090910" cy="182880"/>
          </a:xfrm>
        </p:grpSpPr>
        <p:sp>
          <p:nvSpPr>
            <p:cNvPr id="45" name="TextBox 45"/>
            <p:cNvSpPr txBox="1"/>
            <p:nvPr/>
          </p:nvSpPr>
          <p:spPr>
            <a:xfrm>
              <a:off x="521970" y="6265545"/>
              <a:ext cx="31606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Agent · 听见种子、补全乐队、解释变化、接受继续指挥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34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5A3D">
                    <a:alpha val="22000"/>
                  </a:srgbClr>
                </a:gs>
                <a:gs pos="55000">
                  <a:srgbClr val="5C7CFA">
                    <a:alpha val="18000"/>
                  </a:srgbClr>
                </a:gs>
                <a:gs pos="100000">
                  <a:srgbClr val="20C997">
                    <a:alpha val="24000"/>
                  </a:srgb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4355" y="692468"/>
            <a:ext cx="7622738" cy="1407794"/>
            <a:chOff x="554355" y="692468"/>
            <a:chExt cx="7622738" cy="1407794"/>
          </a:xfrm>
        </p:grpSpPr>
        <p:sp>
          <p:nvSpPr>
            <p:cNvPr id="5" name="TextBox 5"/>
            <p:cNvSpPr txBox="1"/>
            <p:nvPr/>
          </p:nvSpPr>
          <p:spPr>
            <a:xfrm>
              <a:off x="592455" y="6924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未来规划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4355" y="1054418"/>
              <a:ext cx="741940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从音乐玩具，到创作副驾驶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6745" y="1764982"/>
              <a:ext cx="75503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>
                      <a:alphaMod val="76000"/>
                    </a:srgbClr>
                  </a:solidFill>
                  <a:latin typeface="Arial"/>
                  <a:ea typeface="Microsoft YaHei"/>
                  <a:cs typeface="Arial"/>
                </a:rPr>
                <a:t>MVP 证明 Agent 协作循环成立；下一步是让音乐导演更懂风格、更懂人。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" y="2686050"/>
            <a:ext cx="10858500" cy="1657350"/>
            <a:chOff x="666750" y="2686050"/>
            <a:chExt cx="10858500" cy="1657350"/>
          </a:xfrm>
        </p:grpSpPr>
        <p:sp>
          <p:nvSpPr>
            <p:cNvPr id="9" name="Rectangle 9"/>
            <p:cNvSpPr/>
            <p:nvPr/>
          </p:nvSpPr>
          <p:spPr>
            <a:xfrm>
              <a:off x="666750" y="2686050"/>
              <a:ext cx="2266950" cy="1657350"/>
            </a:xfrm>
            <a:prstGeom prst="roundRect">
              <a:avLst>
                <a:gd name="adj" fmla="val 4598"/>
              </a:avLst>
            </a:prstGeom>
            <a:solidFill>
              <a:srgbClr val="FFF7E8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26890" y="2983972"/>
              <a:ext cx="375059" cy="325104"/>
              <a:chOff x="926890" y="2983972"/>
              <a:chExt cx="375059" cy="32510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39336" y="3002756"/>
                <a:ext cx="350121" cy="287536"/>
              </a:xfrm>
              <a:custGeom>
                <a:avLst/>
                <a:gdLst/>
                <a:ahLst/>
                <a:cxnLst/>
                <a:rect l="l" t="t" r="r" b="b"/>
                <a:pathLst>
                  <a:path w="350121" h="287536">
                    <a:moveTo>
                      <a:pt x="350111" y="143768"/>
                    </a:moveTo>
                    <a:cubicBezTo>
                      <a:pt x="350121" y="175564"/>
                      <a:pt x="330083" y="203912"/>
                      <a:pt x="300105" y="214511"/>
                    </a:cubicBezTo>
                    <a:lnTo>
                      <a:pt x="300105" y="214511"/>
                    </a:lnTo>
                    <a:lnTo>
                      <a:pt x="300105" y="225028"/>
                    </a:lnTo>
                    <a:cubicBezTo>
                      <a:pt x="300105" y="259550"/>
                      <a:pt x="272119" y="287536"/>
                      <a:pt x="237597" y="287536"/>
                    </a:cubicBezTo>
                    <a:cubicBezTo>
                      <a:pt x="203075" y="287536"/>
                      <a:pt x="175089" y="259550"/>
                      <a:pt x="175089" y="225028"/>
                    </a:cubicBezTo>
                    <a:cubicBezTo>
                      <a:pt x="175089" y="259550"/>
                      <a:pt x="147103" y="287536"/>
                      <a:pt x="112581" y="287536"/>
                    </a:cubicBezTo>
                    <a:cubicBezTo>
                      <a:pt x="78059" y="287536"/>
                      <a:pt x="50073" y="259550"/>
                      <a:pt x="50073" y="225028"/>
                    </a:cubicBezTo>
                    <a:lnTo>
                      <a:pt x="50073" y="214511"/>
                    </a:lnTo>
                    <a:lnTo>
                      <a:pt x="50073" y="214511"/>
                    </a:lnTo>
                    <a:cubicBezTo>
                      <a:pt x="20069" y="203935"/>
                      <a:pt x="0" y="175582"/>
                      <a:pt x="0" y="143768"/>
                    </a:cubicBezTo>
                    <a:cubicBezTo>
                      <a:pt x="0" y="111954"/>
                      <a:pt x="20069" y="83601"/>
                      <a:pt x="50073" y="73025"/>
                    </a:cubicBezTo>
                    <a:lnTo>
                      <a:pt x="50073" y="62508"/>
                    </a:lnTo>
                    <a:cubicBezTo>
                      <a:pt x="50073" y="27986"/>
                      <a:pt x="78059" y="0"/>
                      <a:pt x="112581" y="0"/>
                    </a:cubicBezTo>
                    <a:cubicBezTo>
                      <a:pt x="147103" y="0"/>
                      <a:pt x="175089" y="27986"/>
                      <a:pt x="175089" y="62508"/>
                    </a:cubicBezTo>
                    <a:cubicBezTo>
                      <a:pt x="175089" y="27986"/>
                      <a:pt x="203075" y="0"/>
                      <a:pt x="237597" y="0"/>
                    </a:cubicBezTo>
                    <a:cubicBezTo>
                      <a:pt x="272119" y="0"/>
                      <a:pt x="300105" y="27986"/>
                      <a:pt x="300105" y="62508"/>
                    </a:cubicBezTo>
                    <a:lnTo>
                      <a:pt x="300105" y="73025"/>
                    </a:lnTo>
                    <a:cubicBezTo>
                      <a:pt x="330083" y="83624"/>
                      <a:pt x="350121" y="111972"/>
                      <a:pt x="350111" y="143768"/>
                    </a:cubicBezTo>
                    <a:close/>
                  </a:path>
                </a:pathLst>
              </a:custGeom>
              <a:solidFill>
                <a:srgbClr val="5C7CF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26890" y="2983972"/>
                <a:ext cx="375059" cy="325104"/>
              </a:xfrm>
              <a:custGeom>
                <a:avLst/>
                <a:gdLst/>
                <a:ahLst/>
                <a:cxnLst/>
                <a:rect l="l" t="t" r="r" b="b"/>
                <a:pathLst>
                  <a:path w="375059" h="325104">
                    <a:moveTo>
                      <a:pt x="375059" y="162552"/>
                    </a:moveTo>
                    <a:cubicBezTo>
                      <a:pt x="375025" y="128755"/>
                      <a:pt x="355570" y="97986"/>
                      <a:pt x="325052" y="83464"/>
                    </a:cubicBezTo>
                    <a:lnTo>
                      <a:pt x="325052" y="81292"/>
                    </a:lnTo>
                    <a:cubicBezTo>
                      <a:pt x="325023" y="48218"/>
                      <a:pt x="303334" y="19067"/>
                      <a:pt x="271664" y="9533"/>
                    </a:cubicBezTo>
                    <a:cubicBezTo>
                      <a:pt x="239994" y="0"/>
                      <a:pt x="205817" y="12335"/>
                      <a:pt x="187535" y="39896"/>
                    </a:cubicBezTo>
                    <a:cubicBezTo>
                      <a:pt x="169253" y="12335"/>
                      <a:pt x="135076" y="0"/>
                      <a:pt x="103406" y="9533"/>
                    </a:cubicBezTo>
                    <a:cubicBezTo>
                      <a:pt x="71736" y="19067"/>
                      <a:pt x="50048" y="48218"/>
                      <a:pt x="50018" y="81292"/>
                    </a:cubicBezTo>
                    <a:lnTo>
                      <a:pt x="50018" y="83464"/>
                    </a:lnTo>
                    <a:cubicBezTo>
                      <a:pt x="19472" y="97948"/>
                      <a:pt x="0" y="128730"/>
                      <a:pt x="0" y="162537"/>
                    </a:cubicBezTo>
                    <a:cubicBezTo>
                      <a:pt x="0" y="196343"/>
                      <a:pt x="19472" y="227125"/>
                      <a:pt x="50018" y="241609"/>
                    </a:cubicBezTo>
                    <a:lnTo>
                      <a:pt x="50018" y="243812"/>
                    </a:lnTo>
                    <a:cubicBezTo>
                      <a:pt x="50048" y="276886"/>
                      <a:pt x="71736" y="306037"/>
                      <a:pt x="103406" y="315571"/>
                    </a:cubicBezTo>
                    <a:cubicBezTo>
                      <a:pt x="135076" y="325104"/>
                      <a:pt x="169253" y="312770"/>
                      <a:pt x="187535" y="285208"/>
                    </a:cubicBezTo>
                    <a:cubicBezTo>
                      <a:pt x="205817" y="312770"/>
                      <a:pt x="239994" y="325104"/>
                      <a:pt x="271664" y="315571"/>
                    </a:cubicBezTo>
                    <a:cubicBezTo>
                      <a:pt x="303334" y="306037"/>
                      <a:pt x="325023" y="276886"/>
                      <a:pt x="325052" y="243812"/>
                    </a:cubicBezTo>
                    <a:lnTo>
                      <a:pt x="325052" y="241609"/>
                    </a:lnTo>
                    <a:cubicBezTo>
                      <a:pt x="355565" y="227097"/>
                      <a:pt x="375020" y="196340"/>
                      <a:pt x="375059" y="162552"/>
                    </a:cubicBezTo>
                    <a:close/>
                    <a:moveTo>
                      <a:pt x="125027" y="293819"/>
                    </a:moveTo>
                    <a:cubicBezTo>
                      <a:pt x="99493" y="293815"/>
                      <a:pt x="78063" y="274574"/>
                      <a:pt x="75318" y="249188"/>
                    </a:cubicBezTo>
                    <a:cubicBezTo>
                      <a:pt x="79361" y="249765"/>
                      <a:pt x="83439" y="250057"/>
                      <a:pt x="87523" y="250063"/>
                    </a:cubicBezTo>
                    <a:lnTo>
                      <a:pt x="100024" y="250063"/>
                    </a:lnTo>
                    <a:cubicBezTo>
                      <a:pt x="106929" y="250063"/>
                      <a:pt x="112526" y="244466"/>
                      <a:pt x="112526" y="237562"/>
                    </a:cubicBezTo>
                    <a:cubicBezTo>
                      <a:pt x="112526" y="230657"/>
                      <a:pt x="106929" y="225060"/>
                      <a:pt x="100024" y="225060"/>
                    </a:cubicBezTo>
                    <a:lnTo>
                      <a:pt x="87523" y="225060"/>
                    </a:lnTo>
                    <a:cubicBezTo>
                      <a:pt x="57050" y="225096"/>
                      <a:pt x="30992" y="203152"/>
                      <a:pt x="25841" y="173117"/>
                    </a:cubicBezTo>
                    <a:cubicBezTo>
                      <a:pt x="20691" y="143083"/>
                      <a:pt x="37948" y="113711"/>
                      <a:pt x="66692" y="103592"/>
                    </a:cubicBezTo>
                    <a:cubicBezTo>
                      <a:pt x="71683" y="101824"/>
                      <a:pt x="75020" y="97104"/>
                      <a:pt x="75021" y="91809"/>
                    </a:cubicBezTo>
                    <a:lnTo>
                      <a:pt x="75021" y="81292"/>
                    </a:lnTo>
                    <a:cubicBezTo>
                      <a:pt x="75021" y="53674"/>
                      <a:pt x="97410" y="31286"/>
                      <a:pt x="125027" y="31286"/>
                    </a:cubicBezTo>
                    <a:cubicBezTo>
                      <a:pt x="152645" y="31286"/>
                      <a:pt x="175034" y="53674"/>
                      <a:pt x="175034" y="81292"/>
                    </a:cubicBezTo>
                    <a:lnTo>
                      <a:pt x="175034" y="187962"/>
                    </a:lnTo>
                    <a:cubicBezTo>
                      <a:pt x="161306" y="175615"/>
                      <a:pt x="143491" y="168789"/>
                      <a:pt x="125027" y="168803"/>
                    </a:cubicBezTo>
                    <a:cubicBezTo>
                      <a:pt x="118123" y="168803"/>
                      <a:pt x="112526" y="174400"/>
                      <a:pt x="112526" y="181304"/>
                    </a:cubicBezTo>
                    <a:cubicBezTo>
                      <a:pt x="112526" y="188209"/>
                      <a:pt x="118123" y="193806"/>
                      <a:pt x="125027" y="193806"/>
                    </a:cubicBezTo>
                    <a:cubicBezTo>
                      <a:pt x="152645" y="193806"/>
                      <a:pt x="175034" y="216195"/>
                      <a:pt x="175034" y="243812"/>
                    </a:cubicBezTo>
                    <a:cubicBezTo>
                      <a:pt x="175034" y="271430"/>
                      <a:pt x="152645" y="293819"/>
                      <a:pt x="125027" y="293819"/>
                    </a:cubicBezTo>
                    <a:close/>
                    <a:moveTo>
                      <a:pt x="287548" y="225060"/>
                    </a:moveTo>
                    <a:lnTo>
                      <a:pt x="275046" y="225060"/>
                    </a:lnTo>
                    <a:cubicBezTo>
                      <a:pt x="268142" y="225060"/>
                      <a:pt x="262545" y="230657"/>
                      <a:pt x="262545" y="237562"/>
                    </a:cubicBezTo>
                    <a:cubicBezTo>
                      <a:pt x="262545" y="244466"/>
                      <a:pt x="268142" y="250063"/>
                      <a:pt x="275046" y="250063"/>
                    </a:cubicBezTo>
                    <a:lnTo>
                      <a:pt x="287548" y="250063"/>
                    </a:lnTo>
                    <a:cubicBezTo>
                      <a:pt x="291631" y="250057"/>
                      <a:pt x="295710" y="249765"/>
                      <a:pt x="299752" y="249188"/>
                    </a:cubicBezTo>
                    <a:cubicBezTo>
                      <a:pt x="296858" y="275952"/>
                      <a:pt x="273296" y="295622"/>
                      <a:pt x="246446" y="293690"/>
                    </a:cubicBezTo>
                    <a:cubicBezTo>
                      <a:pt x="219595" y="291757"/>
                      <a:pt x="199093" y="268915"/>
                      <a:pt x="200062" y="242013"/>
                    </a:cubicBezTo>
                    <a:cubicBezTo>
                      <a:pt x="201031" y="215110"/>
                      <a:pt x="223123" y="193802"/>
                      <a:pt x="250043" y="193806"/>
                    </a:cubicBezTo>
                    <a:cubicBezTo>
                      <a:pt x="256947" y="193806"/>
                      <a:pt x="262545" y="188209"/>
                      <a:pt x="262545" y="181304"/>
                    </a:cubicBezTo>
                    <a:cubicBezTo>
                      <a:pt x="262545" y="174400"/>
                      <a:pt x="256947" y="168803"/>
                      <a:pt x="250043" y="168803"/>
                    </a:cubicBezTo>
                    <a:cubicBezTo>
                      <a:pt x="231579" y="168789"/>
                      <a:pt x="213765" y="175615"/>
                      <a:pt x="200037" y="187962"/>
                    </a:cubicBezTo>
                    <a:lnTo>
                      <a:pt x="200037" y="81292"/>
                    </a:lnTo>
                    <a:cubicBezTo>
                      <a:pt x="200037" y="53674"/>
                      <a:pt x="222425" y="31286"/>
                      <a:pt x="250043" y="31286"/>
                    </a:cubicBezTo>
                    <a:cubicBezTo>
                      <a:pt x="277661" y="31286"/>
                      <a:pt x="300049" y="53674"/>
                      <a:pt x="300049" y="81292"/>
                    </a:cubicBezTo>
                    <a:lnTo>
                      <a:pt x="300049" y="91809"/>
                    </a:lnTo>
                    <a:cubicBezTo>
                      <a:pt x="300050" y="97104"/>
                      <a:pt x="303387" y="101824"/>
                      <a:pt x="308378" y="103592"/>
                    </a:cubicBezTo>
                    <a:cubicBezTo>
                      <a:pt x="337122" y="113711"/>
                      <a:pt x="354380" y="143083"/>
                      <a:pt x="349229" y="173117"/>
                    </a:cubicBezTo>
                    <a:cubicBezTo>
                      <a:pt x="344078" y="203152"/>
                      <a:pt x="318021" y="225096"/>
                      <a:pt x="287548" y="225060"/>
                    </a:cubicBezTo>
                    <a:close/>
                    <a:moveTo>
                      <a:pt x="312551" y="143800"/>
                    </a:moveTo>
                    <a:cubicBezTo>
                      <a:pt x="312551" y="150704"/>
                      <a:pt x="306954" y="156301"/>
                      <a:pt x="300049" y="156301"/>
                    </a:cubicBezTo>
                    <a:lnTo>
                      <a:pt x="293798" y="156301"/>
                    </a:lnTo>
                    <a:cubicBezTo>
                      <a:pt x="262729" y="156301"/>
                      <a:pt x="237541" y="131114"/>
                      <a:pt x="237541" y="100044"/>
                    </a:cubicBezTo>
                    <a:lnTo>
                      <a:pt x="237541" y="93794"/>
                    </a:lnTo>
                    <a:cubicBezTo>
                      <a:pt x="237541" y="86889"/>
                      <a:pt x="243139" y="81292"/>
                      <a:pt x="250043" y="81292"/>
                    </a:cubicBezTo>
                    <a:cubicBezTo>
                      <a:pt x="256947" y="81292"/>
                      <a:pt x="262545" y="86889"/>
                      <a:pt x="262545" y="93794"/>
                    </a:cubicBezTo>
                    <a:lnTo>
                      <a:pt x="262545" y="100044"/>
                    </a:lnTo>
                    <a:cubicBezTo>
                      <a:pt x="262545" y="117305"/>
                      <a:pt x="276537" y="131298"/>
                      <a:pt x="293798" y="131298"/>
                    </a:cubicBezTo>
                    <a:lnTo>
                      <a:pt x="300049" y="131298"/>
                    </a:lnTo>
                    <a:cubicBezTo>
                      <a:pt x="306954" y="131298"/>
                      <a:pt x="312551" y="136895"/>
                      <a:pt x="312551" y="143800"/>
                    </a:cubicBezTo>
                    <a:close/>
                    <a:moveTo>
                      <a:pt x="81272" y="156301"/>
                    </a:moveTo>
                    <a:lnTo>
                      <a:pt x="75021" y="156301"/>
                    </a:lnTo>
                    <a:cubicBezTo>
                      <a:pt x="68117" y="156301"/>
                      <a:pt x="62520" y="150704"/>
                      <a:pt x="62520" y="143800"/>
                    </a:cubicBezTo>
                    <a:cubicBezTo>
                      <a:pt x="62520" y="136895"/>
                      <a:pt x="68117" y="131298"/>
                      <a:pt x="75021" y="131298"/>
                    </a:cubicBezTo>
                    <a:lnTo>
                      <a:pt x="81272" y="131298"/>
                    </a:lnTo>
                    <a:cubicBezTo>
                      <a:pt x="98533" y="131298"/>
                      <a:pt x="112526" y="117305"/>
                      <a:pt x="112526" y="100044"/>
                    </a:cubicBezTo>
                    <a:lnTo>
                      <a:pt x="112526" y="93794"/>
                    </a:lnTo>
                    <a:cubicBezTo>
                      <a:pt x="112526" y="86889"/>
                      <a:pt x="118123" y="81292"/>
                      <a:pt x="125027" y="81292"/>
                    </a:cubicBezTo>
                    <a:cubicBezTo>
                      <a:pt x="131932" y="81292"/>
                      <a:pt x="137529" y="86889"/>
                      <a:pt x="137529" y="93794"/>
                    </a:cubicBezTo>
                    <a:lnTo>
                      <a:pt x="137529" y="100044"/>
                    </a:lnTo>
                    <a:cubicBezTo>
                      <a:pt x="137529" y="131114"/>
                      <a:pt x="112342" y="156301"/>
                      <a:pt x="81272" y="156301"/>
                    </a:cubicBezTo>
                    <a:close/>
                  </a:path>
                </a:pathLst>
              </a:custGeom>
              <a:solidFill>
                <a:srgbClr val="5C7CFA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93445" y="3441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模型编曲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8208" y="3805714"/>
              <a:ext cx="190261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更细的风格理解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和 taste interpretation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028950" y="3514725"/>
              <a:ext cx="495300" cy="1"/>
            </a:xfrm>
            <a:prstGeom prst="line">
              <a:avLst/>
            </a:prstGeom>
            <a:noFill/>
            <a:ln w="47625">
              <a:solidFill>
                <a:srgbClr val="FFD43B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76650" y="2686050"/>
              <a:ext cx="2266950" cy="1657350"/>
            </a:xfrm>
            <a:prstGeom prst="roundRect">
              <a:avLst>
                <a:gd name="adj" fmla="val 4598"/>
              </a:avLst>
            </a:prstGeom>
            <a:solidFill>
              <a:srgbClr val="FFF7E8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943781" y="2989695"/>
              <a:ext cx="318070" cy="342710"/>
              <a:chOff x="3943781" y="2989695"/>
              <a:chExt cx="318070" cy="34271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961805" y="3177778"/>
                <a:ext cx="287536" cy="137517"/>
              </a:xfrm>
              <a:custGeom>
                <a:avLst/>
                <a:gdLst/>
                <a:ahLst/>
                <a:cxnLst/>
                <a:rect l="l" t="t" r="r" b="b"/>
                <a:pathLst>
                  <a:path w="287536" h="137517">
                    <a:moveTo>
                      <a:pt x="287536" y="43755"/>
                    </a:moveTo>
                    <a:cubicBezTo>
                      <a:pt x="287536" y="67921"/>
                      <a:pt x="267946" y="87511"/>
                      <a:pt x="243780" y="87511"/>
                    </a:cubicBezTo>
                    <a:cubicBezTo>
                      <a:pt x="219615" y="87511"/>
                      <a:pt x="200025" y="67921"/>
                      <a:pt x="200025" y="43755"/>
                    </a:cubicBezTo>
                    <a:cubicBezTo>
                      <a:pt x="200025" y="19590"/>
                      <a:pt x="219615" y="0"/>
                      <a:pt x="243780" y="0"/>
                    </a:cubicBezTo>
                    <a:cubicBezTo>
                      <a:pt x="267946" y="0"/>
                      <a:pt x="287536" y="19590"/>
                      <a:pt x="287536" y="43755"/>
                    </a:cubicBezTo>
                    <a:close/>
                    <a:moveTo>
                      <a:pt x="43755" y="50006"/>
                    </a:moveTo>
                    <a:cubicBezTo>
                      <a:pt x="19590" y="50006"/>
                      <a:pt x="0" y="69596"/>
                      <a:pt x="0" y="93762"/>
                    </a:cubicBezTo>
                    <a:cubicBezTo>
                      <a:pt x="0" y="117927"/>
                      <a:pt x="19590" y="137517"/>
                      <a:pt x="43755" y="137517"/>
                    </a:cubicBezTo>
                    <a:cubicBezTo>
                      <a:pt x="67921" y="137517"/>
                      <a:pt x="87511" y="117927"/>
                      <a:pt x="87511" y="93762"/>
                    </a:cubicBezTo>
                    <a:cubicBezTo>
                      <a:pt x="87511" y="69596"/>
                      <a:pt x="67921" y="50006"/>
                      <a:pt x="43755" y="50006"/>
                    </a:cubicBezTo>
                    <a:close/>
                  </a:path>
                </a:pathLst>
              </a:custGeom>
              <a:solidFill>
                <a:srgbClr val="FF5A3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43781" y="2989695"/>
                <a:ext cx="318070" cy="342710"/>
              </a:xfrm>
              <a:custGeom>
                <a:avLst/>
                <a:gdLst/>
                <a:ahLst/>
                <a:cxnLst/>
                <a:rect l="l" t="t" r="r" b="b"/>
                <a:pathLst>
                  <a:path w="318070" h="342710">
                    <a:moveTo>
                      <a:pt x="313248" y="3200"/>
                    </a:moveTo>
                    <a:cubicBezTo>
                      <a:pt x="310213" y="836"/>
                      <a:pt x="306259" y="0"/>
                      <a:pt x="302528" y="934"/>
                    </a:cubicBezTo>
                    <a:lnTo>
                      <a:pt x="102503" y="50941"/>
                    </a:lnTo>
                    <a:cubicBezTo>
                      <a:pt x="96938" y="52331"/>
                      <a:pt x="93034" y="57331"/>
                      <a:pt x="93033" y="63067"/>
                    </a:cubicBezTo>
                    <a:lnTo>
                      <a:pt x="93033" y="235089"/>
                    </a:lnTo>
                    <a:cubicBezTo>
                      <a:pt x="71575" y="220751"/>
                      <a:pt x="43114" y="222853"/>
                      <a:pt x="23994" y="240185"/>
                    </a:cubicBezTo>
                    <a:cubicBezTo>
                      <a:pt x="4875" y="257518"/>
                      <a:pt x="0" y="285637"/>
                      <a:pt x="12170" y="308394"/>
                    </a:cubicBezTo>
                    <a:cubicBezTo>
                      <a:pt x="24339" y="331151"/>
                      <a:pt x="50432" y="342710"/>
                      <a:pt x="75463" y="336432"/>
                    </a:cubicBezTo>
                    <a:cubicBezTo>
                      <a:pt x="100495" y="330155"/>
                      <a:pt x="118045" y="307651"/>
                      <a:pt x="118036" y="281844"/>
                    </a:cubicBezTo>
                    <a:lnTo>
                      <a:pt x="118036" y="147843"/>
                    </a:lnTo>
                    <a:lnTo>
                      <a:pt x="293058" y="104088"/>
                    </a:lnTo>
                    <a:lnTo>
                      <a:pt x="293058" y="185082"/>
                    </a:lnTo>
                    <a:cubicBezTo>
                      <a:pt x="271600" y="170745"/>
                      <a:pt x="243139" y="172846"/>
                      <a:pt x="224019" y="190179"/>
                    </a:cubicBezTo>
                    <a:cubicBezTo>
                      <a:pt x="204900" y="207512"/>
                      <a:pt x="200025" y="235631"/>
                      <a:pt x="212195" y="258388"/>
                    </a:cubicBezTo>
                    <a:cubicBezTo>
                      <a:pt x="224364" y="281145"/>
                      <a:pt x="250457" y="292704"/>
                      <a:pt x="275488" y="286426"/>
                    </a:cubicBezTo>
                    <a:cubicBezTo>
                      <a:pt x="300520" y="280149"/>
                      <a:pt x="318070" y="257645"/>
                      <a:pt x="318061" y="231838"/>
                    </a:cubicBezTo>
                    <a:lnTo>
                      <a:pt x="318061" y="13061"/>
                    </a:lnTo>
                    <a:cubicBezTo>
                      <a:pt x="318062" y="9208"/>
                      <a:pt x="316286" y="5570"/>
                      <a:pt x="313248" y="3200"/>
                    </a:cubicBezTo>
                    <a:close/>
                    <a:moveTo>
                      <a:pt x="61779" y="313098"/>
                    </a:moveTo>
                    <a:cubicBezTo>
                      <a:pt x="44518" y="313098"/>
                      <a:pt x="30525" y="299105"/>
                      <a:pt x="30525" y="281844"/>
                    </a:cubicBezTo>
                    <a:cubicBezTo>
                      <a:pt x="30525" y="264583"/>
                      <a:pt x="44518" y="250590"/>
                      <a:pt x="61779" y="250590"/>
                    </a:cubicBezTo>
                    <a:cubicBezTo>
                      <a:pt x="79040" y="250590"/>
                      <a:pt x="93033" y="264583"/>
                      <a:pt x="93033" y="281844"/>
                    </a:cubicBezTo>
                    <a:cubicBezTo>
                      <a:pt x="93033" y="299105"/>
                      <a:pt x="79040" y="313098"/>
                      <a:pt x="61779" y="313098"/>
                    </a:cubicBezTo>
                    <a:close/>
                    <a:moveTo>
                      <a:pt x="118036" y="122059"/>
                    </a:moveTo>
                    <a:lnTo>
                      <a:pt x="118036" y="72834"/>
                    </a:lnTo>
                    <a:lnTo>
                      <a:pt x="293058" y="29078"/>
                    </a:lnTo>
                    <a:lnTo>
                      <a:pt x="293058" y="78303"/>
                    </a:lnTo>
                    <a:close/>
                    <a:moveTo>
                      <a:pt x="261804" y="263092"/>
                    </a:moveTo>
                    <a:cubicBezTo>
                      <a:pt x="244543" y="263092"/>
                      <a:pt x="230550" y="249099"/>
                      <a:pt x="230550" y="231838"/>
                    </a:cubicBezTo>
                    <a:cubicBezTo>
                      <a:pt x="230550" y="214577"/>
                      <a:pt x="244543" y="200584"/>
                      <a:pt x="261804" y="200584"/>
                    </a:cubicBezTo>
                    <a:cubicBezTo>
                      <a:pt x="279065" y="200584"/>
                      <a:pt x="293058" y="214577"/>
                      <a:pt x="293058" y="231838"/>
                    </a:cubicBezTo>
                    <a:cubicBezTo>
                      <a:pt x="293058" y="249099"/>
                      <a:pt x="279065" y="263092"/>
                      <a:pt x="261804" y="263092"/>
                    </a:cubicBezTo>
                    <a:close/>
                  </a:path>
                </a:pathLst>
              </a:custGeom>
              <a:solidFill>
                <a:srgbClr val="FF5A3D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903345" y="34413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风格包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08108" y="3805714"/>
              <a:ext cx="139255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lo-fi / rock / pop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古风与民族乐器包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38850" y="3514725"/>
              <a:ext cx="495300" cy="1"/>
            </a:xfrm>
            <a:prstGeom prst="line">
              <a:avLst/>
            </a:prstGeom>
            <a:noFill/>
            <a:ln w="47625">
              <a:solidFill>
                <a:srgbClr val="FFD43B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86550" y="2686050"/>
              <a:ext cx="2266950" cy="1657350"/>
            </a:xfrm>
            <a:prstGeom prst="roundRect">
              <a:avLst>
                <a:gd name="adj" fmla="val 4598"/>
              </a:avLst>
            </a:prstGeom>
            <a:solidFill>
              <a:srgbClr val="FFF7E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946705" y="3002375"/>
              <a:ext cx="375039" cy="300420"/>
              <a:chOff x="6946705" y="3002375"/>
              <a:chExt cx="375039" cy="30042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959203" y="3090267"/>
                <a:ext cx="350044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25016">
                    <a:moveTo>
                      <a:pt x="350044" y="62508"/>
                    </a:moveTo>
                    <a:lnTo>
                      <a:pt x="275034" y="125016"/>
                    </a:lnTo>
                    <a:lnTo>
                      <a:pt x="75009" y="125016"/>
                    </a:lnTo>
                    <a:lnTo>
                      <a:pt x="0" y="62508"/>
                    </a:lnTo>
                    <a:lnTo>
                      <a:pt x="75009" y="0"/>
                    </a:lnTo>
                    <a:lnTo>
                      <a:pt x="275034" y="0"/>
                    </a:lnTo>
                    <a:close/>
                  </a:path>
                </a:pathLst>
              </a:custGeom>
              <a:solidFill>
                <a:srgbClr val="20C9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46705" y="3002375"/>
                <a:ext cx="375039" cy="300420"/>
              </a:xfrm>
              <a:custGeom>
                <a:avLst/>
                <a:gdLst/>
                <a:ahLst/>
                <a:cxnLst/>
                <a:rect l="l" t="t" r="r" b="b"/>
                <a:pathLst>
                  <a:path w="375039" h="300420">
                    <a:moveTo>
                      <a:pt x="95508" y="97503"/>
                    </a:moveTo>
                    <a:lnTo>
                      <a:pt x="32032" y="150400"/>
                    </a:lnTo>
                    <a:lnTo>
                      <a:pt x="95508" y="203297"/>
                    </a:lnTo>
                    <a:cubicBezTo>
                      <a:pt x="99041" y="206125"/>
                      <a:pt x="100769" y="210641"/>
                      <a:pt x="100028" y="215105"/>
                    </a:cubicBezTo>
                    <a:cubicBezTo>
                      <a:pt x="99287" y="219568"/>
                      <a:pt x="96192" y="223283"/>
                      <a:pt x="91935" y="224818"/>
                    </a:cubicBezTo>
                    <a:cubicBezTo>
                      <a:pt x="87679" y="226352"/>
                      <a:pt x="82925" y="225467"/>
                      <a:pt x="79506" y="222503"/>
                    </a:cubicBezTo>
                    <a:lnTo>
                      <a:pt x="4497" y="159995"/>
                    </a:lnTo>
                    <a:cubicBezTo>
                      <a:pt x="1647" y="157620"/>
                      <a:pt x="0" y="154102"/>
                      <a:pt x="0" y="150392"/>
                    </a:cubicBezTo>
                    <a:cubicBezTo>
                      <a:pt x="0" y="146683"/>
                      <a:pt x="1647" y="143165"/>
                      <a:pt x="4497" y="140790"/>
                    </a:cubicBezTo>
                    <a:lnTo>
                      <a:pt x="79506" y="78282"/>
                    </a:lnTo>
                    <a:cubicBezTo>
                      <a:pt x="84814" y="73863"/>
                      <a:pt x="92699" y="74584"/>
                      <a:pt x="97118" y="79891"/>
                    </a:cubicBezTo>
                    <a:cubicBezTo>
                      <a:pt x="101537" y="85199"/>
                      <a:pt x="100816" y="93084"/>
                      <a:pt x="95508" y="97503"/>
                    </a:cubicBezTo>
                    <a:close/>
                    <a:moveTo>
                      <a:pt x="370543" y="140790"/>
                    </a:moveTo>
                    <a:lnTo>
                      <a:pt x="295533" y="78282"/>
                    </a:lnTo>
                    <a:cubicBezTo>
                      <a:pt x="290225" y="73863"/>
                      <a:pt x="282340" y="74584"/>
                      <a:pt x="277922" y="79891"/>
                    </a:cubicBezTo>
                    <a:cubicBezTo>
                      <a:pt x="273503" y="85199"/>
                      <a:pt x="274223" y="93084"/>
                      <a:pt x="279531" y="97503"/>
                    </a:cubicBezTo>
                    <a:lnTo>
                      <a:pt x="343008" y="150400"/>
                    </a:lnTo>
                    <a:lnTo>
                      <a:pt x="279531" y="203297"/>
                    </a:lnTo>
                    <a:cubicBezTo>
                      <a:pt x="275999" y="206125"/>
                      <a:pt x="274270" y="210641"/>
                      <a:pt x="275011" y="215105"/>
                    </a:cubicBezTo>
                    <a:cubicBezTo>
                      <a:pt x="275752" y="219568"/>
                      <a:pt x="278848" y="223283"/>
                      <a:pt x="283104" y="224818"/>
                    </a:cubicBezTo>
                    <a:cubicBezTo>
                      <a:pt x="287361" y="226352"/>
                      <a:pt x="292114" y="225467"/>
                      <a:pt x="295533" y="222503"/>
                    </a:cubicBezTo>
                    <a:lnTo>
                      <a:pt x="370543" y="159995"/>
                    </a:lnTo>
                    <a:cubicBezTo>
                      <a:pt x="373392" y="157620"/>
                      <a:pt x="375039" y="154102"/>
                      <a:pt x="375039" y="150392"/>
                    </a:cubicBezTo>
                    <a:cubicBezTo>
                      <a:pt x="375039" y="146683"/>
                      <a:pt x="373392" y="143165"/>
                      <a:pt x="370543" y="140790"/>
                    </a:cubicBezTo>
                    <a:close/>
                    <a:moveTo>
                      <a:pt x="241792" y="1132"/>
                    </a:moveTo>
                    <a:cubicBezTo>
                      <a:pt x="238675" y="0"/>
                      <a:pt x="235237" y="153"/>
                      <a:pt x="232233" y="1557"/>
                    </a:cubicBezTo>
                    <a:cubicBezTo>
                      <a:pt x="229229" y="2960"/>
                      <a:pt x="226906" y="5500"/>
                      <a:pt x="225774" y="8617"/>
                    </a:cubicBezTo>
                    <a:lnTo>
                      <a:pt x="125762" y="283651"/>
                    </a:lnTo>
                    <a:cubicBezTo>
                      <a:pt x="124626" y="286770"/>
                      <a:pt x="124776" y="290212"/>
                      <a:pt x="126180" y="293220"/>
                    </a:cubicBezTo>
                    <a:cubicBezTo>
                      <a:pt x="127584" y="296228"/>
                      <a:pt x="130127" y="298553"/>
                      <a:pt x="133247" y="299684"/>
                    </a:cubicBezTo>
                    <a:cubicBezTo>
                      <a:pt x="134617" y="300171"/>
                      <a:pt x="136060" y="300420"/>
                      <a:pt x="137513" y="300419"/>
                    </a:cubicBezTo>
                    <a:cubicBezTo>
                      <a:pt x="142773" y="300419"/>
                      <a:pt x="147470" y="297127"/>
                      <a:pt x="149265" y="292184"/>
                    </a:cubicBezTo>
                    <a:lnTo>
                      <a:pt x="249277" y="17149"/>
                    </a:lnTo>
                    <a:cubicBezTo>
                      <a:pt x="250409" y="14032"/>
                      <a:pt x="250256" y="10594"/>
                      <a:pt x="248852" y="7590"/>
                    </a:cubicBezTo>
                    <a:cubicBezTo>
                      <a:pt x="247448" y="4586"/>
                      <a:pt x="244909" y="2263"/>
                      <a:pt x="241792" y="1132"/>
                    </a:cubicBezTo>
                    <a:close/>
                  </a:path>
                </a:pathLst>
              </a:custGeom>
              <a:solidFill>
                <a:srgbClr val="20C997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13245" y="34413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导出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18008" y="3805714"/>
              <a:ext cx="137636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核心 loop 稳定后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支持 MIDI / stems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048750" y="3514725"/>
              <a:ext cx="495300" cy="1"/>
            </a:xfrm>
            <a:prstGeom prst="line">
              <a:avLst/>
            </a:prstGeom>
            <a:noFill/>
            <a:ln w="47625">
              <a:solidFill>
                <a:srgbClr val="FFD43B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696450" y="2686050"/>
              <a:ext cx="1828800" cy="1657350"/>
            </a:xfrm>
            <a:prstGeom prst="roundRect">
              <a:avLst>
                <a:gd name="adj" fmla="val 4598"/>
              </a:avLst>
            </a:prstGeom>
            <a:solidFill>
              <a:srgbClr val="FFF7E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946792" y="3016667"/>
              <a:ext cx="395613" cy="262862"/>
              <a:chOff x="9946792" y="3016667"/>
              <a:chExt cx="395613" cy="2628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994106" y="3040261"/>
                <a:ext cx="162520" cy="162520"/>
              </a:xfrm>
              <a:custGeom>
                <a:avLst/>
                <a:gdLst/>
                <a:ahLst/>
                <a:cxnLst/>
                <a:rect l="l" t="t" r="r" b="b"/>
                <a:pathLst>
                  <a:path w="162520" h="162520">
                    <a:moveTo>
                      <a:pt x="162520" y="81260"/>
                    </a:moveTo>
                    <a:cubicBezTo>
                      <a:pt x="162520" y="126139"/>
                      <a:pt x="126139" y="162520"/>
                      <a:pt x="81260" y="162520"/>
                    </a:cubicBezTo>
                    <a:cubicBezTo>
                      <a:pt x="36381" y="162520"/>
                      <a:pt x="0" y="126139"/>
                      <a:pt x="0" y="81260"/>
                    </a:cubicBezTo>
                    <a:cubicBezTo>
                      <a:pt x="0" y="36381"/>
                      <a:pt x="36381" y="0"/>
                      <a:pt x="81260" y="0"/>
                    </a:cubicBezTo>
                    <a:cubicBezTo>
                      <a:pt x="126139" y="0"/>
                      <a:pt x="162520" y="36381"/>
                      <a:pt x="162520" y="81260"/>
                    </a:cubicBezTo>
                    <a:close/>
                  </a:path>
                </a:pathLst>
              </a:custGeom>
              <a:solidFill>
                <a:srgbClr val="FFD43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946792" y="3016667"/>
                <a:ext cx="395613" cy="262862"/>
              </a:xfrm>
              <a:custGeom>
                <a:avLst/>
                <a:gdLst/>
                <a:ahLst/>
                <a:cxnLst/>
                <a:rect l="l" t="t" r="r" b="b"/>
                <a:pathLst>
                  <a:path w="395613" h="262862">
                    <a:moveTo>
                      <a:pt x="180534" y="182863"/>
                    </a:moveTo>
                    <a:cubicBezTo>
                      <a:pt x="214937" y="159960"/>
                      <a:pt x="230286" y="117233"/>
                      <a:pt x="218322" y="77674"/>
                    </a:cubicBezTo>
                    <a:cubicBezTo>
                      <a:pt x="206358" y="38114"/>
                      <a:pt x="169903" y="11054"/>
                      <a:pt x="128575" y="11054"/>
                    </a:cubicBezTo>
                    <a:cubicBezTo>
                      <a:pt x="87246" y="11054"/>
                      <a:pt x="50791" y="38114"/>
                      <a:pt x="38827" y="77674"/>
                    </a:cubicBezTo>
                    <a:cubicBezTo>
                      <a:pt x="26864" y="117233"/>
                      <a:pt x="42213" y="159960"/>
                      <a:pt x="76615" y="182863"/>
                    </a:cubicBezTo>
                    <a:cubicBezTo>
                      <a:pt x="46306" y="194034"/>
                      <a:pt x="20422" y="214705"/>
                      <a:pt x="2825" y="241793"/>
                    </a:cubicBezTo>
                    <a:cubicBezTo>
                      <a:pt x="307" y="245534"/>
                      <a:pt x="0" y="250340"/>
                      <a:pt x="2020" y="254372"/>
                    </a:cubicBezTo>
                    <a:cubicBezTo>
                      <a:pt x="4040" y="258403"/>
                      <a:pt x="8074" y="261034"/>
                      <a:pt x="12577" y="261258"/>
                    </a:cubicBezTo>
                    <a:cubicBezTo>
                      <a:pt x="17081" y="261481"/>
                      <a:pt x="21356" y="259262"/>
                      <a:pt x="23765" y="255451"/>
                    </a:cubicBezTo>
                    <a:cubicBezTo>
                      <a:pt x="46827" y="219980"/>
                      <a:pt x="86265" y="198580"/>
                      <a:pt x="128575" y="198580"/>
                    </a:cubicBezTo>
                    <a:cubicBezTo>
                      <a:pt x="170884" y="198580"/>
                      <a:pt x="210322" y="219980"/>
                      <a:pt x="233385" y="255451"/>
                    </a:cubicBezTo>
                    <a:cubicBezTo>
                      <a:pt x="237200" y="261121"/>
                      <a:pt x="244862" y="262677"/>
                      <a:pt x="250587" y="258943"/>
                    </a:cubicBezTo>
                    <a:cubicBezTo>
                      <a:pt x="256311" y="255209"/>
                      <a:pt x="257976" y="247570"/>
                      <a:pt x="254325" y="241793"/>
                    </a:cubicBezTo>
                    <a:cubicBezTo>
                      <a:pt x="236727" y="214705"/>
                      <a:pt x="210843" y="194034"/>
                      <a:pt x="180534" y="182863"/>
                    </a:cubicBezTo>
                    <a:close/>
                    <a:moveTo>
                      <a:pt x="59816" y="104854"/>
                    </a:moveTo>
                    <a:cubicBezTo>
                      <a:pt x="59816" y="66879"/>
                      <a:pt x="90600" y="36095"/>
                      <a:pt x="128575" y="36095"/>
                    </a:cubicBezTo>
                    <a:cubicBezTo>
                      <a:pt x="166549" y="36095"/>
                      <a:pt x="197333" y="66879"/>
                      <a:pt x="197333" y="104854"/>
                    </a:cubicBezTo>
                    <a:cubicBezTo>
                      <a:pt x="197333" y="142828"/>
                      <a:pt x="166549" y="173612"/>
                      <a:pt x="128575" y="173612"/>
                    </a:cubicBezTo>
                    <a:cubicBezTo>
                      <a:pt x="90618" y="173569"/>
                      <a:pt x="59859" y="142810"/>
                      <a:pt x="59816" y="104854"/>
                    </a:cubicBezTo>
                    <a:close/>
                    <a:moveTo>
                      <a:pt x="388201" y="259092"/>
                    </a:moveTo>
                    <a:cubicBezTo>
                      <a:pt x="382418" y="262862"/>
                      <a:pt x="374674" y="261232"/>
                      <a:pt x="370902" y="255451"/>
                    </a:cubicBezTo>
                    <a:cubicBezTo>
                      <a:pt x="347865" y="219956"/>
                      <a:pt x="308407" y="198559"/>
                      <a:pt x="266092" y="198615"/>
                    </a:cubicBezTo>
                    <a:cubicBezTo>
                      <a:pt x="259187" y="198615"/>
                      <a:pt x="253590" y="193018"/>
                      <a:pt x="253590" y="186114"/>
                    </a:cubicBezTo>
                    <a:cubicBezTo>
                      <a:pt x="253590" y="179209"/>
                      <a:pt x="259187" y="173612"/>
                      <a:pt x="266092" y="173612"/>
                    </a:cubicBezTo>
                    <a:cubicBezTo>
                      <a:pt x="293784" y="173586"/>
                      <a:pt x="318758" y="156950"/>
                      <a:pt x="329452" y="131407"/>
                    </a:cubicBezTo>
                    <a:cubicBezTo>
                      <a:pt x="340146" y="105863"/>
                      <a:pt x="334473" y="76397"/>
                      <a:pt x="315059" y="56650"/>
                    </a:cubicBezTo>
                    <a:cubicBezTo>
                      <a:pt x="295645" y="36902"/>
                      <a:pt x="266280" y="30729"/>
                      <a:pt x="240557" y="40986"/>
                    </a:cubicBezTo>
                    <a:cubicBezTo>
                      <a:pt x="236382" y="42791"/>
                      <a:pt x="231557" y="42186"/>
                      <a:pt x="227956" y="39406"/>
                    </a:cubicBezTo>
                    <a:cubicBezTo>
                      <a:pt x="224356" y="36626"/>
                      <a:pt x="222550" y="32111"/>
                      <a:pt x="223240" y="27615"/>
                    </a:cubicBezTo>
                    <a:cubicBezTo>
                      <a:pt x="223930" y="23119"/>
                      <a:pt x="227007" y="19353"/>
                      <a:pt x="231275" y="17780"/>
                    </a:cubicBezTo>
                    <a:cubicBezTo>
                      <a:pt x="275858" y="0"/>
                      <a:pt x="326669" y="18760"/>
                      <a:pt x="349002" y="61245"/>
                    </a:cubicBezTo>
                    <a:cubicBezTo>
                      <a:pt x="371335" y="103731"/>
                      <a:pt x="357976" y="156222"/>
                      <a:pt x="318051" y="182863"/>
                    </a:cubicBezTo>
                    <a:cubicBezTo>
                      <a:pt x="348360" y="194034"/>
                      <a:pt x="374244" y="214705"/>
                      <a:pt x="391842" y="241793"/>
                    </a:cubicBezTo>
                    <a:cubicBezTo>
                      <a:pt x="395613" y="247575"/>
                      <a:pt x="393983" y="255320"/>
                      <a:pt x="388201" y="259092"/>
                    </a:cubicBezTo>
                    <a:close/>
                  </a:path>
                </a:pathLst>
              </a:custGeom>
              <a:solidFill>
                <a:srgbClr val="FFD43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923145" y="3441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社区种子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27908" y="3805714"/>
              <a:ext cx="10525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小 riff 变成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可 remix 起点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5048250"/>
            <a:ext cx="8137074" cy="971550"/>
            <a:chOff x="609600" y="5048250"/>
            <a:chExt cx="8137074" cy="971550"/>
          </a:xfrm>
        </p:grpSpPr>
        <p:sp>
          <p:nvSpPr>
            <p:cNvPr id="37" name="Rectangle 37"/>
            <p:cNvSpPr/>
            <p:nvPr/>
          </p:nvSpPr>
          <p:spPr>
            <a:xfrm>
              <a:off x="609600" y="5048250"/>
              <a:ext cx="5810250" cy="876300"/>
            </a:xfrm>
            <a:prstGeom prst="roundRect">
              <a:avLst>
                <a:gd name="adj" fmla="val 8696"/>
              </a:avLst>
            </a:prstGeom>
            <a:solidFill>
              <a:srgbClr val="FFF7E8">
                <a:alpha val="12000"/>
              </a:srgbClr>
            </a:solidFill>
            <a:ln w="9525">
              <a:solidFill>
                <a:srgbClr val="FFF7E8">
                  <a:alpha val="24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8680" y="5212080"/>
              <a:ext cx="361988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先玩，再编曲。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41808" y="519636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欧比克莱歌剧院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38950" y="5457825"/>
              <a:ext cx="1434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温添宁 · scala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42760" y="5775960"/>
              <a:ext cx="19039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7E8">
                      <a:alphaMod val="72000"/>
                    </a:srgbClr>
                  </a:solidFill>
                  <a:latin typeface="Consolas"/>
                  <a:ea typeface="Microsoft YaHei"/>
                  <a:cs typeface="Consolas"/>
                </a:rPr>
                <a:t>wenwen.zone/playband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1970" y="6322695"/>
            <a:ext cx="11090910" cy="182880"/>
            <a:chOff x="521970" y="6322695"/>
            <a:chExt cx="11090910" cy="182880"/>
          </a:xfrm>
        </p:grpSpPr>
        <p:sp>
          <p:nvSpPr>
            <p:cNvPr id="43" name="TextBox 43"/>
            <p:cNvSpPr txBox="1"/>
            <p:nvPr/>
          </p:nvSpPr>
          <p:spPr>
            <a:xfrm>
              <a:off x="521970" y="6322695"/>
              <a:ext cx="26376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7E8">
                      <a:alphaMod val="57999"/>
                    </a:srgbClr>
                  </a:solidFill>
                  <a:latin typeface="Arial"/>
                  <a:ea typeface="Microsoft YaHei"/>
                  <a:cs typeface="Arial"/>
                </a:rPr>
                <a:t>收尾 · PlayBand AI 把用户留在音乐创作循环里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51403" y="63226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F7E8">
                      <a:alphaMod val="57999"/>
                    </a:srgbClr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2026-06-15T18:47:15Z</dcterms:created>
  <dcterms:modified xsi:type="dcterms:W3CDTF">2026-06-15T18:47:15Z</dcterms:modified>
  <cp:category/>
  <cp:contentStatus/>
</cp:coreProperties>
</file>